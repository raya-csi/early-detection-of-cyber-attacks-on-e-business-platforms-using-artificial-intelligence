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2.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37"/>
  </p:notesMasterIdLst>
  <p:sldIdLst>
    <p:sldId id="256" r:id="rId3"/>
    <p:sldId id="262" r:id="rId4"/>
    <p:sldId id="315" r:id="rId5"/>
    <p:sldId id="332" r:id="rId6"/>
    <p:sldId id="341" r:id="rId7"/>
    <p:sldId id="316" r:id="rId8"/>
    <p:sldId id="335" r:id="rId9"/>
    <p:sldId id="339" r:id="rId10"/>
    <p:sldId id="342" r:id="rId11"/>
    <p:sldId id="340" r:id="rId12"/>
    <p:sldId id="337" r:id="rId13"/>
    <p:sldId id="321" r:id="rId14"/>
    <p:sldId id="338" r:id="rId15"/>
    <p:sldId id="345" r:id="rId16"/>
    <p:sldId id="357" r:id="rId17"/>
    <p:sldId id="346" r:id="rId18"/>
    <p:sldId id="369" r:id="rId19"/>
    <p:sldId id="370" r:id="rId20"/>
    <p:sldId id="367" r:id="rId21"/>
    <p:sldId id="364" r:id="rId22"/>
    <p:sldId id="363" r:id="rId23"/>
    <p:sldId id="348" r:id="rId24"/>
    <p:sldId id="352" r:id="rId25"/>
    <p:sldId id="354" r:id="rId26"/>
    <p:sldId id="355" r:id="rId27"/>
    <p:sldId id="371" r:id="rId28"/>
    <p:sldId id="329" r:id="rId29"/>
    <p:sldId id="350" r:id="rId30"/>
    <p:sldId id="358" r:id="rId31"/>
    <p:sldId id="366" r:id="rId32"/>
    <p:sldId id="368" r:id="rId33"/>
    <p:sldId id="351" r:id="rId34"/>
    <p:sldId id="365" r:id="rId35"/>
    <p:sldId id="343" r:id="rId36"/>
  </p:sldIdLst>
  <p:sldSz cx="9144000" cy="5143500" type="screen16x9"/>
  <p:notesSz cx="6858000" cy="9144000"/>
  <p:embeddedFontLst>
    <p:embeddedFont>
      <p:font typeface="Bitter" panose="020B0604020202020204" charset="0"/>
      <p:regular r:id="rId38"/>
      <p:bold r:id="rId39"/>
      <p:italic r:id="rId40"/>
      <p:boldItalic r:id="rId41"/>
    </p:embeddedFont>
    <p:embeddedFont>
      <p:font typeface="Cambria Math" panose="02040503050406030204" pitchFamily="18" charset="0"/>
      <p:regular r:id="rId42"/>
    </p:embeddedFont>
    <p:embeddedFont>
      <p:font typeface="Canva Sans Bold" panose="020B0604020202020204" charset="0"/>
      <p:regular r:id="rId43"/>
    </p:embeddedFont>
    <p:embeddedFont>
      <p:font typeface="Microsoft Uighur" panose="02000000000000000000" pitchFamily="2" charset="-78"/>
      <p:regular r:id="rId44"/>
      <p:bold r:id="rId45"/>
    </p:embeddedFont>
    <p:embeddedFont>
      <p:font typeface="Nunito Light" pitchFamily="2" charset="0"/>
      <p:regular r:id="rId46"/>
      <p:italic r:id="rId47"/>
    </p:embeddedFont>
    <p:embeddedFont>
      <p:font typeface="Open Sans" panose="020B0606030504020204" pitchFamily="34" charset="0"/>
      <p:regular r:id="rId48"/>
      <p:bold r:id="rId49"/>
      <p:italic r:id="rId50"/>
      <p:boldItalic r:id="rId51"/>
    </p:embeddedFont>
    <p:embeddedFont>
      <p:font typeface="Raleway Bold" panose="020B0604020202020204" charset="0"/>
      <p:regular r:id="rId52"/>
    </p:embeddedFont>
    <p:embeddedFont>
      <p:font typeface="Telegraf Medium" panose="020B0604020202020204" charset="0"/>
      <p:regular r:id="rId53"/>
    </p:embeddedFont>
    <p:embeddedFont>
      <p:font typeface="Traditional Arabic" panose="02020603050405020304" pitchFamily="18" charset="-78"/>
      <p:regular r:id="rId54"/>
      <p:bold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0D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13452E-7ABB-4A12-9F61-9844CFBACC19}" v="495" dt="2025-04-29T02:48:56.374"/>
    <p1510:client id="{FD084D36-B3C5-4482-B697-5C5B7B388E71}" v="122" dt="2025-04-29T20:31:56.481"/>
  </p1510:revLst>
</p1510:revInfo>
</file>

<file path=ppt/tableStyles.xml><?xml version="1.0" encoding="utf-8"?>
<a:tblStyleLst xmlns:a="http://schemas.openxmlformats.org/drawingml/2006/main" def="{727AAC60-A749-498C-8D30-4CF4B73C1815}">
  <a:tblStyle styleId="{727AAC60-A749-498C-8D30-4CF4B73C18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7B588BD-8E95-4A1B-B723-D9DAB68EBDD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16DA210-FB5B-4158-B5E0-FEB733F419BA}" styleName="النمط الفاتح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نمط فاتح 3 - تميي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نمط متوسط 4 - تميي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02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3.xml"/><Relationship Id="rId61" Type="http://schemas.microsoft.com/office/2015/10/relationships/revisionInfo" Target="revisionInfo.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1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4.fntdata"/><Relationship Id="rId54"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7.fntdata"/><Relationship Id="rId52" Type="http://schemas.openxmlformats.org/officeDocument/2006/relationships/font" Target="fonts/font15.fntdata"/><Relationship Id="rId6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oo ." userId="0b48673b60af4f0c" providerId="LiveId" clId="{FD084D36-B3C5-4482-B697-5C5B7B388E71}"/>
    <pc:docChg chg="undo redo custSel addSld delSld modSld sldOrd">
      <pc:chgData name="Ryoo ." userId="0b48673b60af4f0c" providerId="LiveId" clId="{FD084D36-B3C5-4482-B697-5C5B7B388E71}" dt="2025-04-29T20:32:29.656" v="1182" actId="1076"/>
      <pc:docMkLst>
        <pc:docMk/>
      </pc:docMkLst>
      <pc:sldChg chg="modSp mod">
        <pc:chgData name="Ryoo ." userId="0b48673b60af4f0c" providerId="LiveId" clId="{FD084D36-B3C5-4482-B697-5C5B7B388E71}" dt="2025-04-29T18:03:35.531" v="750" actId="1076"/>
        <pc:sldMkLst>
          <pc:docMk/>
          <pc:sldMk cId="2192063630" sldId="343"/>
        </pc:sldMkLst>
        <pc:spChg chg="mod">
          <ac:chgData name="Ryoo ." userId="0b48673b60af4f0c" providerId="LiveId" clId="{FD084D36-B3C5-4482-B697-5C5B7B388E71}" dt="2025-04-29T18:03:35.531" v="750" actId="1076"/>
          <ac:spMkLst>
            <pc:docMk/>
            <pc:sldMk cId="2192063630" sldId="343"/>
            <ac:spMk id="3" creationId="{83B52E0D-1B90-BA27-09DE-164D866DD4FD}"/>
          </ac:spMkLst>
        </pc:spChg>
        <pc:cxnChg chg="mod">
          <ac:chgData name="Ryoo ." userId="0b48673b60af4f0c" providerId="LiveId" clId="{FD084D36-B3C5-4482-B697-5C5B7B388E71}" dt="2025-04-29T18:03:28.727" v="749" actId="1076"/>
          <ac:cxnSpMkLst>
            <pc:docMk/>
            <pc:sldMk cId="2192063630" sldId="343"/>
            <ac:cxnSpMk id="13" creationId="{D179A93B-6E16-6F06-4FBD-0419DE243F42}"/>
          </ac:cxnSpMkLst>
        </pc:cxnChg>
      </pc:sldChg>
      <pc:sldChg chg="modSp mod">
        <pc:chgData name="Ryoo ." userId="0b48673b60af4f0c" providerId="LiveId" clId="{FD084D36-B3C5-4482-B697-5C5B7B388E71}" dt="2025-04-29T19:40:04.817" v="1171" actId="20577"/>
        <pc:sldMkLst>
          <pc:docMk/>
          <pc:sldMk cId="2847945483" sldId="345"/>
        </pc:sldMkLst>
        <pc:spChg chg="mod">
          <ac:chgData name="Ryoo ." userId="0b48673b60af4f0c" providerId="LiveId" clId="{FD084D36-B3C5-4482-B697-5C5B7B388E71}" dt="2025-04-29T19:40:04.817" v="1171" actId="20577"/>
          <ac:spMkLst>
            <pc:docMk/>
            <pc:sldMk cId="2847945483" sldId="345"/>
            <ac:spMk id="12" creationId="{F6B5E68B-7261-4890-D491-A24604686C49}"/>
          </ac:spMkLst>
        </pc:spChg>
      </pc:sldChg>
      <pc:sldChg chg="del">
        <pc:chgData name="Ryoo ." userId="0b48673b60af4f0c" providerId="LiveId" clId="{FD084D36-B3C5-4482-B697-5C5B7B388E71}" dt="2025-04-29T18:00:02.118" v="737" actId="47"/>
        <pc:sldMkLst>
          <pc:docMk/>
          <pc:sldMk cId="2053136607" sldId="347"/>
        </pc:sldMkLst>
      </pc:sldChg>
      <pc:sldChg chg="addSp delSp modSp mod">
        <pc:chgData name="Ryoo ." userId="0b48673b60af4f0c" providerId="LiveId" clId="{FD084D36-B3C5-4482-B697-5C5B7B388E71}" dt="2025-04-29T17:59:32.356" v="736" actId="1076"/>
        <pc:sldMkLst>
          <pc:docMk/>
          <pc:sldMk cId="1731294768" sldId="350"/>
        </pc:sldMkLst>
        <pc:spChg chg="mod">
          <ac:chgData name="Ryoo ." userId="0b48673b60af4f0c" providerId="LiveId" clId="{FD084D36-B3C5-4482-B697-5C5B7B388E71}" dt="2025-04-29T17:54:06.742" v="695" actId="20577"/>
          <ac:spMkLst>
            <pc:docMk/>
            <pc:sldMk cId="1731294768" sldId="350"/>
            <ac:spMk id="2" creationId="{2B4862A8-6749-A848-3E5B-81695A068EDB}"/>
          </ac:spMkLst>
        </pc:spChg>
        <pc:spChg chg="mod">
          <ac:chgData name="Ryoo ." userId="0b48673b60af4f0c" providerId="LiveId" clId="{FD084D36-B3C5-4482-B697-5C5B7B388E71}" dt="2025-04-29T17:59:32.356" v="736" actId="1076"/>
          <ac:spMkLst>
            <pc:docMk/>
            <pc:sldMk cId="1731294768" sldId="350"/>
            <ac:spMk id="3" creationId="{D558EC00-A50A-B00B-86FB-75592A27CB2B}"/>
          </ac:spMkLst>
        </pc:spChg>
        <pc:spChg chg="del mod">
          <ac:chgData name="Ryoo ." userId="0b48673b60af4f0c" providerId="LiveId" clId="{FD084D36-B3C5-4482-B697-5C5B7B388E71}" dt="2025-04-29T17:55:15.651" v="707" actId="478"/>
          <ac:spMkLst>
            <pc:docMk/>
            <pc:sldMk cId="1731294768" sldId="350"/>
            <ac:spMk id="4" creationId="{BF7EFCC2-5F2B-96C4-FE40-F048E53EE519}"/>
          </ac:spMkLst>
        </pc:spChg>
        <pc:spChg chg="add del mod">
          <ac:chgData name="Ryoo ." userId="0b48673b60af4f0c" providerId="LiveId" clId="{FD084D36-B3C5-4482-B697-5C5B7B388E71}" dt="2025-04-29T17:55:36.105" v="711" actId="478"/>
          <ac:spMkLst>
            <pc:docMk/>
            <pc:sldMk cId="1731294768" sldId="350"/>
            <ac:spMk id="6" creationId="{023DDC2D-FB21-44CC-1AED-0153E01E64B8}"/>
          </ac:spMkLst>
        </pc:spChg>
        <pc:spChg chg="add mod">
          <ac:chgData name="Ryoo ." userId="0b48673b60af4f0c" providerId="LiveId" clId="{FD084D36-B3C5-4482-B697-5C5B7B388E71}" dt="2025-04-29T17:59:26.126" v="735" actId="1076"/>
          <ac:spMkLst>
            <pc:docMk/>
            <pc:sldMk cId="1731294768" sldId="350"/>
            <ac:spMk id="9" creationId="{58063470-1238-A6D3-8DF5-F0244EF34795}"/>
          </ac:spMkLst>
        </pc:spChg>
        <pc:picChg chg="add mod">
          <ac:chgData name="Ryoo ." userId="0b48673b60af4f0c" providerId="LiveId" clId="{FD084D36-B3C5-4482-B697-5C5B7B388E71}" dt="2025-04-29T17:59:21.297" v="734" actId="1076"/>
          <ac:picMkLst>
            <pc:docMk/>
            <pc:sldMk cId="1731294768" sldId="350"/>
            <ac:picMk id="7" creationId="{D09189CF-E544-AE89-A448-156FB34DEE6D}"/>
          </ac:picMkLst>
        </pc:picChg>
        <pc:picChg chg="mod">
          <ac:chgData name="Ryoo ." userId="0b48673b60af4f0c" providerId="LiveId" clId="{FD084D36-B3C5-4482-B697-5C5B7B388E71}" dt="2025-04-29T17:59:11.802" v="733" actId="1076"/>
          <ac:picMkLst>
            <pc:docMk/>
            <pc:sldMk cId="1731294768" sldId="350"/>
            <ac:picMk id="8" creationId="{F2DD7776-C083-73F2-D1FA-F6F9B2A15B2A}"/>
          </ac:picMkLst>
        </pc:picChg>
      </pc:sldChg>
      <pc:sldChg chg="modSp">
        <pc:chgData name="Ryoo ." userId="0b48673b60af4f0c" providerId="LiveId" clId="{FD084D36-B3C5-4482-B697-5C5B7B388E71}" dt="2025-04-29T19:12:13.137" v="1064" actId="20577"/>
        <pc:sldMkLst>
          <pc:docMk/>
          <pc:sldMk cId="3020958595" sldId="351"/>
        </pc:sldMkLst>
        <pc:graphicFrameChg chg="mod">
          <ac:chgData name="Ryoo ." userId="0b48673b60af4f0c" providerId="LiveId" clId="{FD084D36-B3C5-4482-B697-5C5B7B388E71}" dt="2025-04-29T19:12:13.137" v="1064" actId="20577"/>
          <ac:graphicFrameMkLst>
            <pc:docMk/>
            <pc:sldMk cId="3020958595" sldId="351"/>
            <ac:graphicFrameMk id="14" creationId="{5C5A7865-640D-EA3F-6256-97F6B33066C5}"/>
          </ac:graphicFrameMkLst>
        </pc:graphicFrameChg>
      </pc:sldChg>
      <pc:sldChg chg="addSp delSp modSp mod">
        <pc:chgData name="Ryoo ." userId="0b48673b60af4f0c" providerId="LiveId" clId="{FD084D36-B3C5-4482-B697-5C5B7B388E71}" dt="2025-04-29T19:03:38.650" v="1031" actId="1076"/>
        <pc:sldMkLst>
          <pc:docMk/>
          <pc:sldMk cId="2530173193" sldId="352"/>
        </pc:sldMkLst>
        <pc:graphicFrameChg chg="mod modGraphic">
          <ac:chgData name="Ryoo ." userId="0b48673b60af4f0c" providerId="LiveId" clId="{FD084D36-B3C5-4482-B697-5C5B7B388E71}" dt="2025-04-29T18:53:10.789" v="991" actId="14734"/>
          <ac:graphicFrameMkLst>
            <pc:docMk/>
            <pc:sldMk cId="2530173193" sldId="352"/>
            <ac:graphicFrameMk id="11" creationId="{5220C96A-22F2-F29B-8E06-C9FBAA400BE8}"/>
          </ac:graphicFrameMkLst>
        </pc:graphicFrameChg>
        <pc:graphicFrameChg chg="mod modGraphic">
          <ac:chgData name="Ryoo ." userId="0b48673b60af4f0c" providerId="LiveId" clId="{FD084D36-B3C5-4482-B697-5C5B7B388E71}" dt="2025-04-29T19:03:08.751" v="1025" actId="1076"/>
          <ac:graphicFrameMkLst>
            <pc:docMk/>
            <pc:sldMk cId="2530173193" sldId="352"/>
            <ac:graphicFrameMk id="13" creationId="{96673527-A809-2462-973C-8C072D927491}"/>
          </ac:graphicFrameMkLst>
        </pc:graphicFrameChg>
        <pc:picChg chg="add mod">
          <ac:chgData name="Ryoo ." userId="0b48673b60af4f0c" providerId="LiveId" clId="{FD084D36-B3C5-4482-B697-5C5B7B388E71}" dt="2025-04-29T19:03:38.650" v="1031" actId="1076"/>
          <ac:picMkLst>
            <pc:docMk/>
            <pc:sldMk cId="2530173193" sldId="352"/>
            <ac:picMk id="2" creationId="{64FBC217-9CB0-7974-7170-14002F82A332}"/>
          </ac:picMkLst>
        </pc:picChg>
        <pc:picChg chg="mod">
          <ac:chgData name="Ryoo ." userId="0b48673b60af4f0c" providerId="LiveId" clId="{FD084D36-B3C5-4482-B697-5C5B7B388E71}" dt="2025-04-29T19:02:59.166" v="1023" actId="1076"/>
          <ac:picMkLst>
            <pc:docMk/>
            <pc:sldMk cId="2530173193" sldId="352"/>
            <ac:picMk id="6" creationId="{547C0DD7-B036-2355-BC4B-18AF197D91B5}"/>
          </ac:picMkLst>
        </pc:picChg>
        <pc:picChg chg="del mod modCrop">
          <ac:chgData name="Ryoo ." userId="0b48673b60af4f0c" providerId="LiveId" clId="{FD084D36-B3C5-4482-B697-5C5B7B388E71}" dt="2025-04-29T18:45:29.348" v="915" actId="478"/>
          <ac:picMkLst>
            <pc:docMk/>
            <pc:sldMk cId="2530173193" sldId="352"/>
            <ac:picMk id="7" creationId="{5D8F1FD9-E1E2-C836-F51C-7C94BA1F5185}"/>
          </ac:picMkLst>
        </pc:picChg>
      </pc:sldChg>
      <pc:sldChg chg="del">
        <pc:chgData name="Ryoo ." userId="0b48673b60af4f0c" providerId="LiveId" clId="{FD084D36-B3C5-4482-B697-5C5B7B388E71}" dt="2025-04-29T18:50:41.847" v="967" actId="47"/>
        <pc:sldMkLst>
          <pc:docMk/>
          <pc:sldMk cId="1151363994" sldId="353"/>
        </pc:sldMkLst>
      </pc:sldChg>
      <pc:sldChg chg="modSp mod">
        <pc:chgData name="Ryoo ." userId="0b48673b60af4f0c" providerId="LiveId" clId="{FD084D36-B3C5-4482-B697-5C5B7B388E71}" dt="2025-04-29T19:04:04.473" v="1033" actId="1076"/>
        <pc:sldMkLst>
          <pc:docMk/>
          <pc:sldMk cId="12739247" sldId="354"/>
        </pc:sldMkLst>
        <pc:graphicFrameChg chg="mod modGraphic">
          <ac:chgData name="Ryoo ." userId="0b48673b60af4f0c" providerId="LiveId" clId="{FD084D36-B3C5-4482-B697-5C5B7B388E71}" dt="2025-04-29T18:52:59.159" v="989" actId="1076"/>
          <ac:graphicFrameMkLst>
            <pc:docMk/>
            <pc:sldMk cId="12739247" sldId="354"/>
            <ac:graphicFrameMk id="11" creationId="{223B558F-0B50-4A2E-070A-B5C16002AD0C}"/>
          </ac:graphicFrameMkLst>
        </pc:graphicFrameChg>
        <pc:picChg chg="mod modCrop">
          <ac:chgData name="Ryoo ." userId="0b48673b60af4f0c" providerId="LiveId" clId="{FD084D36-B3C5-4482-B697-5C5B7B388E71}" dt="2025-04-29T19:04:04.473" v="1033" actId="1076"/>
          <ac:picMkLst>
            <pc:docMk/>
            <pc:sldMk cId="12739247" sldId="354"/>
            <ac:picMk id="5" creationId="{589E2833-8700-F103-F23E-0BF35728D798}"/>
          </ac:picMkLst>
        </pc:picChg>
      </pc:sldChg>
      <pc:sldChg chg="modSp mod">
        <pc:chgData name="Ryoo ." userId="0b48673b60af4f0c" providerId="LiveId" clId="{FD084D36-B3C5-4482-B697-5C5B7B388E71}" dt="2025-04-29T19:04:29.146" v="1037" actId="1076"/>
        <pc:sldMkLst>
          <pc:docMk/>
          <pc:sldMk cId="4110172577" sldId="355"/>
        </pc:sldMkLst>
        <pc:graphicFrameChg chg="modGraphic">
          <ac:chgData name="Ryoo ." userId="0b48673b60af4f0c" providerId="LiveId" clId="{FD084D36-B3C5-4482-B697-5C5B7B388E71}" dt="2025-04-29T18:47:42.854" v="936" actId="404"/>
          <ac:graphicFrameMkLst>
            <pc:docMk/>
            <pc:sldMk cId="4110172577" sldId="355"/>
            <ac:graphicFrameMk id="11" creationId="{D0079796-574B-0F9F-59F8-F9026A3C0D67}"/>
          </ac:graphicFrameMkLst>
        </pc:graphicFrameChg>
        <pc:graphicFrameChg chg="mod modGraphic">
          <ac:chgData name="Ryoo ." userId="0b48673b60af4f0c" providerId="LiveId" clId="{FD084D36-B3C5-4482-B697-5C5B7B388E71}" dt="2025-04-29T18:53:47.646" v="996" actId="14734"/>
          <ac:graphicFrameMkLst>
            <pc:docMk/>
            <pc:sldMk cId="4110172577" sldId="355"/>
            <ac:graphicFrameMk id="13" creationId="{528528A8-46FD-4445-2097-EEFCC2F8C38C}"/>
          </ac:graphicFrameMkLst>
        </pc:graphicFrameChg>
        <pc:picChg chg="mod modCrop">
          <ac:chgData name="Ryoo ." userId="0b48673b60af4f0c" providerId="LiveId" clId="{FD084D36-B3C5-4482-B697-5C5B7B388E71}" dt="2025-04-29T19:04:29.146" v="1037" actId="1076"/>
          <ac:picMkLst>
            <pc:docMk/>
            <pc:sldMk cId="4110172577" sldId="355"/>
            <ac:picMk id="5" creationId="{D8E12BF0-F959-084C-104A-AA6E10DD5764}"/>
          </ac:picMkLst>
        </pc:picChg>
        <pc:picChg chg="mod modCrop">
          <ac:chgData name="Ryoo ." userId="0b48673b60af4f0c" providerId="LiveId" clId="{FD084D36-B3C5-4482-B697-5C5B7B388E71}" dt="2025-04-29T19:04:20.247" v="1035" actId="1076"/>
          <ac:picMkLst>
            <pc:docMk/>
            <pc:sldMk cId="4110172577" sldId="355"/>
            <ac:picMk id="7" creationId="{BE8695D9-CD09-77C6-167F-02C497807CE2}"/>
          </ac:picMkLst>
        </pc:picChg>
      </pc:sldChg>
      <pc:sldChg chg="del">
        <pc:chgData name="Ryoo ." userId="0b48673b60af4f0c" providerId="LiveId" clId="{FD084D36-B3C5-4482-B697-5C5B7B388E71}" dt="2025-04-29T18:50:45.276" v="968" actId="47"/>
        <pc:sldMkLst>
          <pc:docMk/>
          <pc:sldMk cId="889620308" sldId="356"/>
        </pc:sldMkLst>
      </pc:sldChg>
      <pc:sldChg chg="ord">
        <pc:chgData name="Ryoo ." userId="0b48673b60af4f0c" providerId="LiveId" clId="{FD084D36-B3C5-4482-B697-5C5B7B388E71}" dt="2025-04-29T17:48:10.869" v="694"/>
        <pc:sldMkLst>
          <pc:docMk/>
          <pc:sldMk cId="1187577409" sldId="358"/>
        </pc:sldMkLst>
      </pc:sldChg>
      <pc:sldChg chg="del">
        <pc:chgData name="Ryoo ." userId="0b48673b60af4f0c" providerId="LiveId" clId="{FD084D36-B3C5-4482-B697-5C5B7B388E71}" dt="2025-04-29T18:19:09.201" v="755" actId="47"/>
        <pc:sldMkLst>
          <pc:docMk/>
          <pc:sldMk cId="1248965615" sldId="359"/>
        </pc:sldMkLst>
      </pc:sldChg>
      <pc:sldChg chg="del">
        <pc:chgData name="Ryoo ." userId="0b48673b60af4f0c" providerId="LiveId" clId="{FD084D36-B3C5-4482-B697-5C5B7B388E71}" dt="2025-04-29T18:20:55.340" v="759" actId="2696"/>
        <pc:sldMkLst>
          <pc:docMk/>
          <pc:sldMk cId="1403632260" sldId="360"/>
        </pc:sldMkLst>
      </pc:sldChg>
      <pc:sldChg chg="addSp delSp modSp mod">
        <pc:chgData name="Ryoo ." userId="0b48673b60af4f0c" providerId="LiveId" clId="{FD084D36-B3C5-4482-B697-5C5B7B388E71}" dt="2025-04-29T20:32:29.656" v="1182" actId="1076"/>
        <pc:sldMkLst>
          <pc:docMk/>
          <pc:sldMk cId="984031412" sldId="364"/>
        </pc:sldMkLst>
        <pc:picChg chg="add mod modCrop">
          <ac:chgData name="Ryoo ." userId="0b48673b60af4f0c" providerId="LiveId" clId="{FD084D36-B3C5-4482-B697-5C5B7B388E71}" dt="2025-04-29T20:32:29.656" v="1182" actId="1076"/>
          <ac:picMkLst>
            <pc:docMk/>
            <pc:sldMk cId="984031412" sldId="364"/>
            <ac:picMk id="3" creationId="{89F83397-C18B-7688-B730-72A929DB1E08}"/>
          </ac:picMkLst>
        </pc:picChg>
        <pc:picChg chg="del mod">
          <ac:chgData name="Ryoo ." userId="0b48673b60af4f0c" providerId="LiveId" clId="{FD084D36-B3C5-4482-B697-5C5B7B388E71}" dt="2025-04-29T20:32:01.631" v="1176" actId="478"/>
          <ac:picMkLst>
            <pc:docMk/>
            <pc:sldMk cId="984031412" sldId="364"/>
            <ac:picMk id="5" creationId="{1816EDB9-EEFF-29D5-4A49-AA882386FB0A}"/>
          </ac:picMkLst>
        </pc:picChg>
      </pc:sldChg>
      <pc:sldChg chg="modSp mod">
        <pc:chgData name="Ryoo ." userId="0b48673b60af4f0c" providerId="LiveId" clId="{FD084D36-B3C5-4482-B697-5C5B7B388E71}" dt="2025-04-29T18:03:06.399" v="748" actId="1076"/>
        <pc:sldMkLst>
          <pc:docMk/>
          <pc:sldMk cId="3886637158" sldId="365"/>
        </pc:sldMkLst>
        <pc:picChg chg="mod">
          <ac:chgData name="Ryoo ." userId="0b48673b60af4f0c" providerId="LiveId" clId="{FD084D36-B3C5-4482-B697-5C5B7B388E71}" dt="2025-04-29T18:03:06.399" v="748" actId="1076"/>
          <ac:picMkLst>
            <pc:docMk/>
            <pc:sldMk cId="3886637158" sldId="365"/>
            <ac:picMk id="3" creationId="{B6B9F99D-2950-0A5E-C0DE-4FBDC77906DC}"/>
          </ac:picMkLst>
        </pc:picChg>
      </pc:sldChg>
      <pc:sldChg chg="modSp mod">
        <pc:chgData name="Ryoo ." userId="0b48673b60af4f0c" providerId="LiveId" clId="{FD084D36-B3C5-4482-B697-5C5B7B388E71}" dt="2025-04-29T19:15:25.778" v="1117" actId="20577"/>
        <pc:sldMkLst>
          <pc:docMk/>
          <pc:sldMk cId="1137325944" sldId="366"/>
        </pc:sldMkLst>
        <pc:graphicFrameChg chg="modGraphic">
          <ac:chgData name="Ryoo ." userId="0b48673b60af4f0c" providerId="LiveId" clId="{FD084D36-B3C5-4482-B697-5C5B7B388E71}" dt="2025-04-29T19:15:25.778" v="1117" actId="20577"/>
          <ac:graphicFrameMkLst>
            <pc:docMk/>
            <pc:sldMk cId="1137325944" sldId="366"/>
            <ac:graphicFrameMk id="2" creationId="{15D10206-05ED-3399-C0DC-C5F38CBF2432}"/>
          </ac:graphicFrameMkLst>
        </pc:graphicFrameChg>
        <pc:graphicFrameChg chg="modGraphic">
          <ac:chgData name="Ryoo ." userId="0b48673b60af4f0c" providerId="LiveId" clId="{FD084D36-B3C5-4482-B697-5C5B7B388E71}" dt="2025-04-29T17:18:03.171" v="509" actId="13926"/>
          <ac:graphicFrameMkLst>
            <pc:docMk/>
            <pc:sldMk cId="1137325944" sldId="366"/>
            <ac:graphicFrameMk id="4" creationId="{397B4089-9194-2CD3-D5BB-B67893A8F681}"/>
          </ac:graphicFrameMkLst>
        </pc:graphicFrameChg>
      </pc:sldChg>
      <pc:sldChg chg="addSp delSp modSp mod">
        <pc:chgData name="Ryoo ." userId="0b48673b60af4f0c" providerId="LiveId" clId="{FD084D36-B3C5-4482-B697-5C5B7B388E71}" dt="2025-04-29T18:43:54.739" v="913" actId="20577"/>
        <pc:sldMkLst>
          <pc:docMk/>
          <pc:sldMk cId="790388892" sldId="367"/>
        </pc:sldMkLst>
        <pc:graphicFrameChg chg="del">
          <ac:chgData name="Ryoo ." userId="0b48673b60af4f0c" providerId="LiveId" clId="{FD084D36-B3C5-4482-B697-5C5B7B388E71}" dt="2025-04-29T18:23:36.223" v="775" actId="478"/>
          <ac:graphicFrameMkLst>
            <pc:docMk/>
            <pc:sldMk cId="790388892" sldId="367"/>
            <ac:graphicFrameMk id="2" creationId="{BFCCA723-F3E0-985B-FB82-2C4084A27663}"/>
          </ac:graphicFrameMkLst>
        </pc:graphicFrameChg>
        <pc:graphicFrameChg chg="add mod">
          <ac:chgData name="Ryoo ." userId="0b48673b60af4f0c" providerId="LiveId" clId="{FD084D36-B3C5-4482-B697-5C5B7B388E71}" dt="2025-04-29T18:21:39.481" v="760"/>
          <ac:graphicFrameMkLst>
            <pc:docMk/>
            <pc:sldMk cId="790388892" sldId="367"/>
            <ac:graphicFrameMk id="4" creationId="{6603239F-97B8-DCDA-91B2-C24C6316FCB3}"/>
          </ac:graphicFrameMkLst>
        </pc:graphicFrameChg>
        <pc:graphicFrameChg chg="del">
          <ac:chgData name="Ryoo ." userId="0b48673b60af4f0c" providerId="LiveId" clId="{FD084D36-B3C5-4482-B697-5C5B7B388E71}" dt="2025-04-29T18:23:33.165" v="774" actId="478"/>
          <ac:graphicFrameMkLst>
            <pc:docMk/>
            <pc:sldMk cId="790388892" sldId="367"/>
            <ac:graphicFrameMk id="5" creationId="{2650B341-587D-4075-EB5B-3E446B392AA4}"/>
          </ac:graphicFrameMkLst>
        </pc:graphicFrameChg>
        <pc:graphicFrameChg chg="add del mod modGraphic">
          <ac:chgData name="Ryoo ." userId="0b48673b60af4f0c" providerId="LiveId" clId="{FD084D36-B3C5-4482-B697-5C5B7B388E71}" dt="2025-04-29T18:34:43.636" v="858" actId="478"/>
          <ac:graphicFrameMkLst>
            <pc:docMk/>
            <pc:sldMk cId="790388892" sldId="367"/>
            <ac:graphicFrameMk id="8" creationId="{A601ABEE-AAA4-FB22-7DBB-19C4B8F6B907}"/>
          </ac:graphicFrameMkLst>
        </pc:graphicFrameChg>
        <pc:graphicFrameChg chg="add mod modGraphic">
          <ac:chgData name="Ryoo ." userId="0b48673b60af4f0c" providerId="LiveId" clId="{FD084D36-B3C5-4482-B697-5C5B7B388E71}" dt="2025-04-29T18:43:45.775" v="907" actId="20577"/>
          <ac:graphicFrameMkLst>
            <pc:docMk/>
            <pc:sldMk cId="790388892" sldId="367"/>
            <ac:graphicFrameMk id="10" creationId="{56DD6B70-7F60-E02B-10E5-7B4E30565C6D}"/>
          </ac:graphicFrameMkLst>
        </pc:graphicFrameChg>
        <pc:graphicFrameChg chg="del">
          <ac:chgData name="Ryoo ." userId="0b48673b60af4f0c" providerId="LiveId" clId="{FD084D36-B3C5-4482-B697-5C5B7B388E71}" dt="2025-04-29T18:21:49.179" v="761" actId="478"/>
          <ac:graphicFrameMkLst>
            <pc:docMk/>
            <pc:sldMk cId="790388892" sldId="367"/>
            <ac:graphicFrameMk id="11" creationId="{8AEC3FC1-C738-5F39-360A-1058F6669AA8}"/>
          </ac:graphicFrameMkLst>
        </pc:graphicFrameChg>
        <pc:graphicFrameChg chg="add mod modGraphic">
          <ac:chgData name="Ryoo ." userId="0b48673b60af4f0c" providerId="LiveId" clId="{FD084D36-B3C5-4482-B697-5C5B7B388E71}" dt="2025-04-29T18:43:48.820" v="909" actId="20577"/>
          <ac:graphicFrameMkLst>
            <pc:docMk/>
            <pc:sldMk cId="790388892" sldId="367"/>
            <ac:graphicFrameMk id="13" creationId="{A879C8C2-F505-6EE2-D9E6-C6A99686E715}"/>
          </ac:graphicFrameMkLst>
        </pc:graphicFrameChg>
        <pc:graphicFrameChg chg="add mod modGraphic">
          <ac:chgData name="Ryoo ." userId="0b48673b60af4f0c" providerId="LiveId" clId="{FD084D36-B3C5-4482-B697-5C5B7B388E71}" dt="2025-04-29T18:43:52.148" v="911" actId="20577"/>
          <ac:graphicFrameMkLst>
            <pc:docMk/>
            <pc:sldMk cId="790388892" sldId="367"/>
            <ac:graphicFrameMk id="15" creationId="{C037136A-A833-32BF-D31C-DB7FACFE82A6}"/>
          </ac:graphicFrameMkLst>
        </pc:graphicFrameChg>
        <pc:graphicFrameChg chg="add mod modGraphic">
          <ac:chgData name="Ryoo ." userId="0b48673b60af4f0c" providerId="LiveId" clId="{FD084D36-B3C5-4482-B697-5C5B7B388E71}" dt="2025-04-29T18:43:54.739" v="913" actId="20577"/>
          <ac:graphicFrameMkLst>
            <pc:docMk/>
            <pc:sldMk cId="790388892" sldId="367"/>
            <ac:graphicFrameMk id="17" creationId="{EAF4723C-245D-9C2A-8A75-0A8EB960FF81}"/>
          </ac:graphicFrameMkLst>
        </pc:graphicFrameChg>
        <pc:picChg chg="del">
          <ac:chgData name="Ryoo ." userId="0b48673b60af4f0c" providerId="LiveId" clId="{FD084D36-B3C5-4482-B697-5C5B7B388E71}" dt="2025-04-29T18:22:10.585" v="767" actId="478"/>
          <ac:picMkLst>
            <pc:docMk/>
            <pc:sldMk cId="790388892" sldId="367"/>
            <ac:picMk id="3" creationId="{D329ED4C-8F14-E19F-3A03-BC1370D49FED}"/>
          </ac:picMkLst>
        </pc:picChg>
        <pc:picChg chg="del">
          <ac:chgData name="Ryoo ." userId="0b48673b60af4f0c" providerId="LiveId" clId="{FD084D36-B3C5-4482-B697-5C5B7B388E71}" dt="2025-04-29T18:23:39.150" v="777" actId="478"/>
          <ac:picMkLst>
            <pc:docMk/>
            <pc:sldMk cId="790388892" sldId="367"/>
            <ac:picMk id="6" creationId="{515208BF-0AFC-8DDA-052B-AD129CE0C66A}"/>
          </ac:picMkLst>
        </pc:picChg>
        <pc:picChg chg="del">
          <ac:chgData name="Ryoo ." userId="0b48673b60af4f0c" providerId="LiveId" clId="{FD084D36-B3C5-4482-B697-5C5B7B388E71}" dt="2025-04-29T18:23:37.673" v="776" actId="478"/>
          <ac:picMkLst>
            <pc:docMk/>
            <pc:sldMk cId="790388892" sldId="367"/>
            <ac:picMk id="7" creationId="{9F9B3D2A-FAB1-489D-0279-86E32FEE196B}"/>
          </ac:picMkLst>
        </pc:picChg>
        <pc:picChg chg="add del mod modCrop">
          <ac:chgData name="Ryoo ." userId="0b48673b60af4f0c" providerId="LiveId" clId="{FD084D36-B3C5-4482-B697-5C5B7B388E71}" dt="2025-04-29T18:34:45.098" v="859" actId="478"/>
          <ac:picMkLst>
            <pc:docMk/>
            <pc:sldMk cId="790388892" sldId="367"/>
            <ac:picMk id="9" creationId="{13A3C20E-70A4-318A-80EC-AD6EBCA60F4C}"/>
          </ac:picMkLst>
        </pc:picChg>
        <pc:picChg chg="add mod modCrop">
          <ac:chgData name="Ryoo ." userId="0b48673b60af4f0c" providerId="LiveId" clId="{FD084D36-B3C5-4482-B697-5C5B7B388E71}" dt="2025-04-29T18:39:38.029" v="890" actId="1076"/>
          <ac:picMkLst>
            <pc:docMk/>
            <pc:sldMk cId="790388892" sldId="367"/>
            <ac:picMk id="12" creationId="{AB5816CF-B135-B387-B62E-D2B7E3D0CC2F}"/>
          </ac:picMkLst>
        </pc:picChg>
        <pc:picChg chg="add mod modCrop">
          <ac:chgData name="Ryoo ." userId="0b48673b60af4f0c" providerId="LiveId" clId="{FD084D36-B3C5-4482-B697-5C5B7B388E71}" dt="2025-04-29T18:39:40.689" v="891" actId="1076"/>
          <ac:picMkLst>
            <pc:docMk/>
            <pc:sldMk cId="790388892" sldId="367"/>
            <ac:picMk id="14" creationId="{8678A126-9953-ABA4-376F-3054DBCF9C7A}"/>
          </ac:picMkLst>
        </pc:picChg>
        <pc:picChg chg="add mod modCrop">
          <ac:chgData name="Ryoo ." userId="0b48673b60af4f0c" providerId="LiveId" clId="{FD084D36-B3C5-4482-B697-5C5B7B388E71}" dt="2025-04-29T18:39:46.726" v="893" actId="1076"/>
          <ac:picMkLst>
            <pc:docMk/>
            <pc:sldMk cId="790388892" sldId="367"/>
            <ac:picMk id="16" creationId="{B4F5EBBB-EC96-2D61-7F26-0FA1B35486A6}"/>
          </ac:picMkLst>
        </pc:picChg>
        <pc:picChg chg="add mod modCrop">
          <ac:chgData name="Ryoo ." userId="0b48673b60af4f0c" providerId="LiveId" clId="{FD084D36-B3C5-4482-B697-5C5B7B388E71}" dt="2025-04-29T18:42:52.101" v="905" actId="1076"/>
          <ac:picMkLst>
            <pc:docMk/>
            <pc:sldMk cId="790388892" sldId="367"/>
            <ac:picMk id="18" creationId="{B33809C4-2F1D-B03E-841C-692B8390192C}"/>
          </ac:picMkLst>
        </pc:picChg>
      </pc:sldChg>
      <pc:sldChg chg="new del">
        <pc:chgData name="Ryoo ." userId="0b48673b60af4f0c" providerId="LiveId" clId="{FD084D36-B3C5-4482-B697-5C5B7B388E71}" dt="2025-04-29T14:46:38.759" v="1" actId="680"/>
        <pc:sldMkLst>
          <pc:docMk/>
          <pc:sldMk cId="1441866222" sldId="368"/>
        </pc:sldMkLst>
      </pc:sldChg>
      <pc:sldChg chg="new del">
        <pc:chgData name="Ryoo ." userId="0b48673b60af4f0c" providerId="LiveId" clId="{FD084D36-B3C5-4482-B697-5C5B7B388E71}" dt="2025-04-29T14:46:41.421" v="3" actId="680"/>
        <pc:sldMkLst>
          <pc:docMk/>
          <pc:sldMk cId="2321487265" sldId="368"/>
        </pc:sldMkLst>
      </pc:sldChg>
      <pc:sldChg chg="addSp delSp modSp new mod">
        <pc:chgData name="Ryoo ." userId="0b48673b60af4f0c" providerId="LiveId" clId="{FD084D36-B3C5-4482-B697-5C5B7B388E71}" dt="2025-04-29T19:19:56.623" v="1165" actId="20577"/>
        <pc:sldMkLst>
          <pc:docMk/>
          <pc:sldMk cId="3284081563" sldId="368"/>
        </pc:sldMkLst>
        <pc:spChg chg="mod">
          <ac:chgData name="Ryoo ." userId="0b48673b60af4f0c" providerId="LiveId" clId="{FD084D36-B3C5-4482-B697-5C5B7B388E71}" dt="2025-04-29T14:56:13.334" v="92" actId="1076"/>
          <ac:spMkLst>
            <pc:docMk/>
            <pc:sldMk cId="3284081563" sldId="368"/>
            <ac:spMk id="2" creationId="{181552E2-BC19-1D06-EFC5-4094EC3549AD}"/>
          </ac:spMkLst>
        </pc:spChg>
        <pc:spChg chg="del">
          <ac:chgData name="Ryoo ." userId="0b48673b60af4f0c" providerId="LiveId" clId="{FD084D36-B3C5-4482-B697-5C5B7B388E71}" dt="2025-04-29T14:56:17.592" v="93" actId="478"/>
          <ac:spMkLst>
            <pc:docMk/>
            <pc:sldMk cId="3284081563" sldId="368"/>
            <ac:spMk id="3" creationId="{2C9F5FDC-6197-9AE1-7E45-F3544EF1E734}"/>
          </ac:spMkLst>
        </pc:spChg>
        <pc:spChg chg="add del mod">
          <ac:chgData name="Ryoo ." userId="0b48673b60af4f0c" providerId="LiveId" clId="{FD084D36-B3C5-4482-B697-5C5B7B388E71}" dt="2025-04-29T16:17:38.591" v="112"/>
          <ac:spMkLst>
            <pc:docMk/>
            <pc:sldMk cId="3284081563" sldId="368"/>
            <ac:spMk id="6" creationId="{E62D482F-DB9F-CF60-E9B2-6FDEC01E0A91}"/>
          </ac:spMkLst>
        </pc:spChg>
        <pc:spChg chg="add del mod">
          <ac:chgData name="Ryoo ." userId="0b48673b60af4f0c" providerId="LiveId" clId="{FD084D36-B3C5-4482-B697-5C5B7B388E71}" dt="2025-04-29T16:18:30.962" v="117"/>
          <ac:spMkLst>
            <pc:docMk/>
            <pc:sldMk cId="3284081563" sldId="368"/>
            <ac:spMk id="8" creationId="{D26B633E-DAF3-FE99-51CE-F7911163EB77}"/>
          </ac:spMkLst>
        </pc:spChg>
        <pc:graphicFrameChg chg="add del mod modGraphic">
          <ac:chgData name="Ryoo ." userId="0b48673b60af4f0c" providerId="LiveId" clId="{FD084D36-B3C5-4482-B697-5C5B7B388E71}" dt="2025-04-29T16:18:30.956" v="115" actId="478"/>
          <ac:graphicFrameMkLst>
            <pc:docMk/>
            <pc:sldMk cId="3284081563" sldId="368"/>
            <ac:graphicFrameMk id="4" creationId="{CEAE49D4-EFB3-288D-3FAE-FC0700B2894E}"/>
          </ac:graphicFrameMkLst>
        </pc:graphicFrameChg>
        <pc:graphicFrameChg chg="add mod modGraphic">
          <ac:chgData name="Ryoo ." userId="0b48673b60af4f0c" providerId="LiveId" clId="{FD084D36-B3C5-4482-B697-5C5B7B388E71}" dt="2025-04-29T19:19:56.623" v="1165" actId="20577"/>
          <ac:graphicFrameMkLst>
            <pc:docMk/>
            <pc:sldMk cId="3284081563" sldId="368"/>
            <ac:graphicFrameMk id="4" creationId="{DFA8732D-7506-AAD6-C98E-59B966287E4B}"/>
          </ac:graphicFrameMkLst>
        </pc:graphicFrameChg>
        <pc:graphicFrameChg chg="add del mod">
          <ac:chgData name="Ryoo ." userId="0b48673b60af4f0c" providerId="LiveId" clId="{FD084D36-B3C5-4482-B697-5C5B7B388E71}" dt="2025-04-29T16:17:38.579" v="110" actId="478"/>
          <ac:graphicFrameMkLst>
            <pc:docMk/>
            <pc:sldMk cId="3284081563" sldId="368"/>
            <ac:graphicFrameMk id="7" creationId="{9E34A965-893C-D6B8-68D1-BB1D85EEADA6}"/>
          </ac:graphicFrameMkLst>
        </pc:graphicFrameChg>
        <pc:graphicFrameChg chg="add del">
          <ac:chgData name="Ryoo ." userId="0b48673b60af4f0c" providerId="LiveId" clId="{FD084D36-B3C5-4482-B697-5C5B7B388E71}" dt="2025-04-29T16:19:29.618" v="122" actId="3680"/>
          <ac:graphicFrameMkLst>
            <pc:docMk/>
            <pc:sldMk cId="3284081563" sldId="368"/>
            <ac:graphicFrameMk id="10" creationId="{B8631F5C-1381-ADDA-976D-A774EABAC1A6}"/>
          </ac:graphicFrameMkLst>
        </pc:graphicFrameChg>
        <pc:graphicFrameChg chg="add mod modGraphic">
          <ac:chgData name="Ryoo ." userId="0b48673b60af4f0c" providerId="LiveId" clId="{FD084D36-B3C5-4482-B697-5C5B7B388E71}" dt="2025-04-29T19:17:43.560" v="1131" actId="1076"/>
          <ac:graphicFrameMkLst>
            <pc:docMk/>
            <pc:sldMk cId="3284081563" sldId="368"/>
            <ac:graphicFrameMk id="11" creationId="{AFE28A12-B846-35D4-A950-8D2F069CBE82}"/>
          </ac:graphicFrameMkLst>
        </pc:graphicFrameChg>
        <pc:graphicFrameChg chg="add mod modGraphic">
          <ac:chgData name="Ryoo ." userId="0b48673b60af4f0c" providerId="LiveId" clId="{FD084D36-B3C5-4482-B697-5C5B7B388E71}" dt="2025-04-29T19:17:48.624" v="1132" actId="1076"/>
          <ac:graphicFrameMkLst>
            <pc:docMk/>
            <pc:sldMk cId="3284081563" sldId="368"/>
            <ac:graphicFrameMk id="13" creationId="{002F4A17-76BC-CC93-C0F9-38EFB9FED894}"/>
          </ac:graphicFrameMkLst>
        </pc:graphicFrameChg>
        <pc:graphicFrameChg chg="add mod modGraphic">
          <ac:chgData name="Ryoo ." userId="0b48673b60af4f0c" providerId="LiveId" clId="{FD084D36-B3C5-4482-B697-5C5B7B388E71}" dt="2025-04-29T19:16:40.732" v="1123" actId="1076"/>
          <ac:graphicFrameMkLst>
            <pc:docMk/>
            <pc:sldMk cId="3284081563" sldId="368"/>
            <ac:graphicFrameMk id="14" creationId="{D69EBC9D-53A8-578D-B9F3-653B5C3D3BCD}"/>
          </ac:graphicFrameMkLst>
        </pc:graphicFrameChg>
        <pc:picChg chg="add mod">
          <ac:chgData name="Ryoo ." userId="0b48673b60af4f0c" providerId="LiveId" clId="{FD084D36-B3C5-4482-B697-5C5B7B388E71}" dt="2025-04-29T19:16:46.197" v="1124" actId="1076"/>
          <ac:picMkLst>
            <pc:docMk/>
            <pc:sldMk cId="3284081563" sldId="368"/>
            <ac:picMk id="3" creationId="{CEC16F79-1F13-8007-005B-8EE78C06C377}"/>
          </ac:picMkLst>
        </pc:picChg>
        <pc:picChg chg="add del mod">
          <ac:chgData name="Ryoo ." userId="0b48673b60af4f0c" providerId="LiveId" clId="{FD084D36-B3C5-4482-B697-5C5B7B388E71}" dt="2025-04-29T16:15:46.048" v="107" actId="478"/>
          <ac:picMkLst>
            <pc:docMk/>
            <pc:sldMk cId="3284081563" sldId="368"/>
            <ac:picMk id="5" creationId="{6F5B36FD-436F-6FE8-E4F9-2CF0BFB2D377}"/>
          </ac:picMkLst>
        </pc:picChg>
        <pc:picChg chg="add del mod">
          <ac:chgData name="Ryoo ." userId="0b48673b60af4f0c" providerId="LiveId" clId="{FD084D36-B3C5-4482-B697-5C5B7B388E71}" dt="2025-04-29T16:18:52.910" v="120" actId="478"/>
          <ac:picMkLst>
            <pc:docMk/>
            <pc:sldMk cId="3284081563" sldId="368"/>
            <ac:picMk id="9" creationId="{46AD4AE7-841A-F8E1-0EE0-DECF77D1DA55}"/>
          </ac:picMkLst>
        </pc:picChg>
        <pc:picChg chg="add mod">
          <ac:chgData name="Ryoo ." userId="0b48673b60af4f0c" providerId="LiveId" clId="{FD084D36-B3C5-4482-B697-5C5B7B388E71}" dt="2025-04-29T19:17:52.425" v="1133" actId="1076"/>
          <ac:picMkLst>
            <pc:docMk/>
            <pc:sldMk cId="3284081563" sldId="368"/>
            <ac:picMk id="12" creationId="{9DCC42FF-C6BC-3554-FCA8-92ED3DCC23C2}"/>
          </ac:picMkLst>
        </pc:picChg>
        <pc:picChg chg="add del mod">
          <ac:chgData name="Ryoo ." userId="0b48673b60af4f0c" providerId="LiveId" clId="{FD084D36-B3C5-4482-B697-5C5B7B388E71}" dt="2025-04-29T16:17:38.579" v="110" actId="478"/>
          <ac:picMkLst>
            <pc:docMk/>
            <pc:sldMk cId="3284081563" sldId="368"/>
            <ac:picMk id="2049" creationId="{F1858F00-8B31-43FA-E5B1-FD9AF06932B9}"/>
          </ac:picMkLst>
        </pc:picChg>
      </pc:sldChg>
      <pc:sldChg chg="addSp modSp add mod ord">
        <pc:chgData name="Ryoo ." userId="0b48673b60af4f0c" providerId="LiveId" clId="{FD084D36-B3C5-4482-B697-5C5B7B388E71}" dt="2025-04-29T19:01:51.145" v="1016" actId="1076"/>
        <pc:sldMkLst>
          <pc:docMk/>
          <pc:sldMk cId="1400856243" sldId="369"/>
        </pc:sldMkLst>
        <pc:graphicFrameChg chg="mod modGraphic">
          <ac:chgData name="Ryoo ." userId="0b48673b60af4f0c" providerId="LiveId" clId="{FD084D36-B3C5-4482-B697-5C5B7B388E71}" dt="2025-04-29T19:01:15.904" v="1009" actId="14734"/>
          <ac:graphicFrameMkLst>
            <pc:docMk/>
            <pc:sldMk cId="1400856243" sldId="369"/>
            <ac:graphicFrameMk id="11" creationId="{0D38D851-E986-18BD-035F-6591ED81F92B}"/>
          </ac:graphicFrameMkLst>
        </pc:graphicFrameChg>
        <pc:graphicFrameChg chg="mod modGraphic">
          <ac:chgData name="Ryoo ." userId="0b48673b60af4f0c" providerId="LiveId" clId="{FD084D36-B3C5-4482-B697-5C5B7B388E71}" dt="2025-04-29T19:01:25.421" v="1011" actId="14734"/>
          <ac:graphicFrameMkLst>
            <pc:docMk/>
            <pc:sldMk cId="1400856243" sldId="369"/>
            <ac:graphicFrameMk id="13" creationId="{8BBB7053-58BE-01D8-98E6-75D1CA3B5D83}"/>
          </ac:graphicFrameMkLst>
        </pc:graphicFrameChg>
        <pc:picChg chg="add mod">
          <ac:chgData name="Ryoo ." userId="0b48673b60af4f0c" providerId="LiveId" clId="{FD084D36-B3C5-4482-B697-5C5B7B388E71}" dt="2025-04-29T18:45:38.639" v="916"/>
          <ac:picMkLst>
            <pc:docMk/>
            <pc:sldMk cId="1400856243" sldId="369"/>
            <ac:picMk id="2" creationId="{BDAC4012-A1C1-6243-132B-27281992DF5E}"/>
          </ac:picMkLst>
        </pc:picChg>
        <pc:picChg chg="mod">
          <ac:chgData name="Ryoo ." userId="0b48673b60af4f0c" providerId="LiveId" clId="{FD084D36-B3C5-4482-B697-5C5B7B388E71}" dt="2025-04-29T18:31:26.349" v="830" actId="1076"/>
          <ac:picMkLst>
            <pc:docMk/>
            <pc:sldMk cId="1400856243" sldId="369"/>
            <ac:picMk id="6" creationId="{A094930F-9BD4-D735-472C-CE1C473B97B7}"/>
          </ac:picMkLst>
        </pc:picChg>
        <pc:picChg chg="mod modCrop">
          <ac:chgData name="Ryoo ." userId="0b48673b60af4f0c" providerId="LiveId" clId="{FD084D36-B3C5-4482-B697-5C5B7B388E71}" dt="2025-04-29T19:01:51.145" v="1016" actId="1076"/>
          <ac:picMkLst>
            <pc:docMk/>
            <pc:sldMk cId="1400856243" sldId="369"/>
            <ac:picMk id="7" creationId="{ED7C74AF-21E0-1D9C-67DC-65D89735F177}"/>
          </ac:picMkLst>
        </pc:picChg>
      </pc:sldChg>
      <pc:sldChg chg="addSp modSp add mod ord">
        <pc:chgData name="Ryoo ." userId="0b48673b60af4f0c" providerId="LiveId" clId="{FD084D36-B3C5-4482-B697-5C5B7B388E71}" dt="2025-04-29T19:02:16.989" v="1020" actId="1076"/>
        <pc:sldMkLst>
          <pc:docMk/>
          <pc:sldMk cId="365212288" sldId="370"/>
        </pc:sldMkLst>
        <pc:graphicFrameChg chg="add mod modGraphic">
          <ac:chgData name="Ryoo ." userId="0b48673b60af4f0c" providerId="LiveId" clId="{FD084D36-B3C5-4482-B697-5C5B7B388E71}" dt="2025-04-29T18:34:30.035" v="856" actId="1076"/>
          <ac:graphicFrameMkLst>
            <pc:docMk/>
            <pc:sldMk cId="365212288" sldId="370"/>
            <ac:graphicFrameMk id="2" creationId="{90F0CB40-2223-6867-E25A-39E28552360C}"/>
          </ac:graphicFrameMkLst>
        </pc:graphicFrameChg>
        <pc:graphicFrameChg chg="mod modGraphic">
          <ac:chgData name="Ryoo ." userId="0b48673b60af4f0c" providerId="LiveId" clId="{FD084D36-B3C5-4482-B697-5C5B7B388E71}" dt="2025-04-29T18:34:20.400" v="854" actId="1076"/>
          <ac:graphicFrameMkLst>
            <pc:docMk/>
            <pc:sldMk cId="365212288" sldId="370"/>
            <ac:graphicFrameMk id="11" creationId="{95129F52-E8FE-AE89-67EF-98566FD32D2C}"/>
          </ac:graphicFrameMkLst>
        </pc:graphicFrameChg>
        <pc:picChg chg="add mod">
          <ac:chgData name="Ryoo ." userId="0b48673b60af4f0c" providerId="LiveId" clId="{FD084D36-B3C5-4482-B697-5C5B7B388E71}" dt="2025-04-29T19:02:16.989" v="1020" actId="1076"/>
          <ac:picMkLst>
            <pc:docMk/>
            <pc:sldMk cId="365212288" sldId="370"/>
            <ac:picMk id="3" creationId="{09EAC781-49E2-61B3-6F44-833032B2F4BF}"/>
          </ac:picMkLst>
        </pc:picChg>
        <pc:picChg chg="mod modCrop">
          <ac:chgData name="Ryoo ." userId="0b48673b60af4f0c" providerId="LiveId" clId="{FD084D36-B3C5-4482-B697-5C5B7B388E71}" dt="2025-04-29T18:34:24.040" v="855" actId="1076"/>
          <ac:picMkLst>
            <pc:docMk/>
            <pc:sldMk cId="365212288" sldId="370"/>
            <ac:picMk id="5" creationId="{E5F961EF-921B-1A0A-3DE5-EA7C8F77B074}"/>
          </ac:picMkLst>
        </pc:picChg>
      </pc:sldChg>
      <pc:sldChg chg="modSp add mod ord">
        <pc:chgData name="Ryoo ." userId="0b48673b60af4f0c" providerId="LiveId" clId="{FD084D36-B3C5-4482-B697-5C5B7B388E71}" dt="2025-04-29T19:04:48.674" v="1042" actId="1076"/>
        <pc:sldMkLst>
          <pc:docMk/>
          <pc:sldMk cId="3740687503" sldId="371"/>
        </pc:sldMkLst>
        <pc:graphicFrameChg chg="modGraphic">
          <ac:chgData name="Ryoo ." userId="0b48673b60af4f0c" providerId="LiveId" clId="{FD084D36-B3C5-4482-B697-5C5B7B388E71}" dt="2025-04-29T18:54:26.949" v="1002" actId="20577"/>
          <ac:graphicFrameMkLst>
            <pc:docMk/>
            <pc:sldMk cId="3740687503" sldId="371"/>
            <ac:graphicFrameMk id="10" creationId="{20B5991D-C354-6464-3EB8-E0A744BDAFD3}"/>
          </ac:graphicFrameMkLst>
        </pc:graphicFrameChg>
        <pc:graphicFrameChg chg="modGraphic">
          <ac:chgData name="Ryoo ." userId="0b48673b60af4f0c" providerId="LiveId" clId="{FD084D36-B3C5-4482-B697-5C5B7B388E71}" dt="2025-04-29T18:54:31.243" v="1004" actId="20577"/>
          <ac:graphicFrameMkLst>
            <pc:docMk/>
            <pc:sldMk cId="3740687503" sldId="371"/>
            <ac:graphicFrameMk id="13" creationId="{0209E6E3-C13C-542C-EEC3-B105355BFDFC}"/>
          </ac:graphicFrameMkLst>
        </pc:graphicFrameChg>
        <pc:graphicFrameChg chg="modGraphic">
          <ac:chgData name="Ryoo ." userId="0b48673b60af4f0c" providerId="LiveId" clId="{FD084D36-B3C5-4482-B697-5C5B7B388E71}" dt="2025-04-29T18:54:34.038" v="1006" actId="20577"/>
          <ac:graphicFrameMkLst>
            <pc:docMk/>
            <pc:sldMk cId="3740687503" sldId="371"/>
            <ac:graphicFrameMk id="15" creationId="{8C51E097-9619-762B-3840-45993BF6A7A3}"/>
          </ac:graphicFrameMkLst>
        </pc:graphicFrameChg>
        <pc:graphicFrameChg chg="modGraphic">
          <ac:chgData name="Ryoo ." userId="0b48673b60af4f0c" providerId="LiveId" clId="{FD084D36-B3C5-4482-B697-5C5B7B388E71}" dt="2025-04-29T18:54:36.909" v="1008" actId="20577"/>
          <ac:graphicFrameMkLst>
            <pc:docMk/>
            <pc:sldMk cId="3740687503" sldId="371"/>
            <ac:graphicFrameMk id="17" creationId="{D004C4DA-39A4-E6BD-5B46-DE133987922B}"/>
          </ac:graphicFrameMkLst>
        </pc:graphicFrameChg>
        <pc:picChg chg="mod">
          <ac:chgData name="Ryoo ." userId="0b48673b60af4f0c" providerId="LiveId" clId="{FD084D36-B3C5-4482-B697-5C5B7B388E71}" dt="2025-04-29T19:04:48.674" v="1042" actId="1076"/>
          <ac:picMkLst>
            <pc:docMk/>
            <pc:sldMk cId="3740687503" sldId="371"/>
            <ac:picMk id="12" creationId="{AD60DDB2-3EDE-8D36-F9BF-0FA5C3530AE4}"/>
          </ac:picMkLst>
        </pc:picChg>
        <pc:picChg chg="mod">
          <ac:chgData name="Ryoo ." userId="0b48673b60af4f0c" providerId="LiveId" clId="{FD084D36-B3C5-4482-B697-5C5B7B388E71}" dt="2025-04-29T19:04:38.456" v="1039" actId="1076"/>
          <ac:picMkLst>
            <pc:docMk/>
            <pc:sldMk cId="3740687503" sldId="371"/>
            <ac:picMk id="16" creationId="{441AA9CC-6088-8F4E-39BA-FB3D16D8BE3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601A86-E7E5-4876-A3EC-D43E83670874}" type="doc">
      <dgm:prSet loTypeId="urn:microsoft.com/office/officeart/2008/layout/HorizontalMultiLevelHierarchy" loCatId="hierarchy" qsTypeId="urn:microsoft.com/office/officeart/2005/8/quickstyle/simple2" qsCatId="simple" csTypeId="urn:microsoft.com/office/officeart/2005/8/colors/accent1_2" csCatId="accent1" phldr="1"/>
      <dgm:spPr/>
      <dgm:t>
        <a:bodyPr/>
        <a:lstStyle/>
        <a:p>
          <a:endParaRPr lang="en-US"/>
        </a:p>
      </dgm:t>
    </dgm:pt>
    <dgm:pt modelId="{275CAB89-A4B9-4ACD-A7BE-EEB318F2FA40}">
      <dgm:prSet phldrT="[Text]" custT="1"/>
      <dgm:spPr/>
      <dgm:t>
        <a:bodyPr/>
        <a:lstStyle/>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CNN Model Architecture</a:t>
          </a:r>
        </a:p>
      </dgm:t>
    </dgm:pt>
    <dgm:pt modelId="{47062AD3-BB34-47C9-91D0-866A8E5C6983}" type="parTrans" cxnId="{3D028D28-552A-4E2E-AC8D-C4BB99B066C6}">
      <dgm:prSet/>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D56DFCCF-78DB-4E7F-ABFA-412BE6C0EDAA}" type="sibTrans" cxnId="{3D028D28-552A-4E2E-AC8D-C4BB99B066C6}">
      <dgm:prSet/>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222D478E-3CDB-4BAC-A661-045AB5F497D6}">
      <dgm:prSet phldrT="[Text]" custT="1"/>
      <dgm:spPr/>
      <dgm:t>
        <a:bodyPr/>
        <a:lstStyle/>
        <a:p>
          <a:r>
            <a:rPr lang="en-GB" sz="1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Conv1D Layer</a:t>
          </a:r>
          <a:endPar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C80783D9-CA21-4510-ABCE-782FFF56732F}" type="parTrans" cxnId="{94047276-B21D-47D9-9A8D-B33A835532A9}">
      <dgm:prSet custT="1"/>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A2985ADD-17ED-4363-82F0-8770229209D1}" type="sibTrans" cxnId="{94047276-B21D-47D9-9A8D-B33A835532A9}">
      <dgm:prSet/>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E98CFEC1-8F26-464D-B94B-012B9E65147C}">
      <dgm:prSet phldrT="[Text]" custT="1"/>
      <dgm:spPr/>
      <dgm:t>
        <a:bodyPr/>
        <a:lstStyle/>
        <a:p>
          <a:r>
            <a:rPr lang="en-GB" sz="1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MaxPooling1D</a:t>
          </a:r>
          <a:endPar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F8699E3D-C7FF-459D-ABFE-718AF7E77298}" type="parTrans" cxnId="{3D825D15-A8BF-4770-9E81-3F145B6DA2F2}">
      <dgm:prSet custT="1"/>
      <dgm:spPr/>
      <dgm:t>
        <a:bodyPr/>
        <a:lstStyle/>
        <a:p>
          <a:endPar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5DFE32D3-5555-4309-9B5C-C3AC2BD36E0B}" type="sibTrans" cxnId="{3D825D15-A8BF-4770-9E81-3F145B6DA2F2}">
      <dgm:prSet/>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C22A4788-B1DD-47E2-998E-1D3F61A2B830}">
      <dgm:prSet phldrT="[Text]" custT="1"/>
      <dgm:spPr/>
      <dgm:t>
        <a:bodyPr spcFirstLastPara="0" vert="horz" wrap="square" lIns="11430" tIns="11430" rIns="11430" bIns="11430" numCol="1" spcCol="1270" anchor="ctr" anchorCtr="0"/>
        <a:lstStyle/>
        <a:p>
          <a:pPr marL="0" lvl="0" indent="0" algn="ctr" defTabSz="800100">
            <a:lnSpc>
              <a:spcPct val="90000"/>
            </a:lnSpc>
            <a:spcBef>
              <a:spcPct val="0"/>
            </a:spcBef>
            <a:spcAft>
              <a:spcPct val="35000"/>
            </a:spcAft>
            <a:buNone/>
          </a:pPr>
          <a:r>
            <a:rPr lang="en-GB"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Flatten Layer</a:t>
          </a:r>
          <a:endParaRPr lang="en-US"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93D01746-2DBB-427F-B178-1B8405B14AB5}" type="parTrans" cxnId="{B91930C3-3B11-4189-8B91-C3E150275284}">
      <dgm:prSet custT="1"/>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DB0CB579-0392-40C1-B48D-AA708DFA4E5F}" type="sibTrans" cxnId="{B91930C3-3B11-4189-8B91-C3E150275284}">
      <dgm:prSet/>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ED1F89BC-FAAD-4945-AC59-08D21DA23A53}">
      <dgm:prSet phldrT="[Text]"/>
      <dgm:spPr/>
      <dgm:t>
        <a:bodyPr/>
        <a:lstStyle/>
        <a:p>
          <a:r>
            <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Dense Layer</a:t>
          </a:r>
        </a:p>
      </dgm:t>
    </dgm:pt>
    <dgm:pt modelId="{557C2459-372C-4F53-B4CC-5E08A259A3AC}" type="parTrans" cxnId="{FB0081E3-F041-404F-8307-08A4B5A54C1F}">
      <dgm:prSet custT="1"/>
      <dgm:spPr/>
      <dgm:t>
        <a:bodyPr/>
        <a:lstStyle/>
        <a:p>
          <a:endParaRPr lang="en-US" sz="1800" b="0">
            <a:latin typeface="Open Sans" panose="020B0606030504020204" pitchFamily="34" charset="0"/>
            <a:ea typeface="Open Sans" panose="020B0606030504020204" pitchFamily="34" charset="0"/>
            <a:cs typeface="Open Sans" panose="020B0606030504020204" pitchFamily="34" charset="0"/>
          </a:endParaRPr>
        </a:p>
      </dgm:t>
    </dgm:pt>
    <dgm:pt modelId="{81B141CE-D22A-41C1-B547-4821665E9AF6}" type="sibTrans" cxnId="{FB0081E3-F041-404F-8307-08A4B5A54C1F}">
      <dgm:prSet/>
      <dgm:spPr/>
      <dgm:t>
        <a:bodyPr/>
        <a:lstStyle/>
        <a:p>
          <a:endParaRPr lang="en-US" sz="1800" b="0">
            <a:latin typeface="Open Sans" panose="020B0606030504020204" pitchFamily="34" charset="0"/>
            <a:ea typeface="Open Sans" panose="020B0606030504020204" pitchFamily="34" charset="0"/>
            <a:cs typeface="Open Sans" panose="020B0606030504020204" pitchFamily="34" charset="0"/>
          </a:endParaRPr>
        </a:p>
      </dgm:t>
    </dgm:pt>
    <dgm:pt modelId="{C34F2A50-3CA4-4419-B38A-2F25B735EA9B}">
      <dgm:prSet phldrT="[Text]" custT="1"/>
      <dgm:spPr/>
      <dgm:t>
        <a:bodyPr/>
        <a:lstStyle/>
        <a:p>
          <a:r>
            <a:rPr lang="en-GB" sz="1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Embedding layer</a:t>
          </a:r>
          <a:r>
            <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dgm:t>
    </dgm:pt>
    <dgm:pt modelId="{39A43DF9-2A91-4D0F-9F7E-0BA89F1E286F}" type="sibTrans" cxnId="{CA504C48-65CE-4F89-B295-9E445163A380}">
      <dgm:prSet/>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808076B5-4FEC-4BB9-B45B-A29CD5229DB6}" type="parTrans" cxnId="{CA504C48-65CE-4F89-B295-9E445163A380}">
      <dgm:prSet custT="1"/>
      <dgm:spPr/>
      <dgm:t>
        <a:bodyPr/>
        <a:lstStyle/>
        <a:p>
          <a:endParaRPr lang="en-US" sz="18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1FAEEF38-D156-4452-8916-9D1A23243286}">
      <dgm:prSet phldrT="[Text]"/>
      <dgm:spPr/>
      <dgm:t>
        <a:bodyPr/>
        <a:lstStyle/>
        <a:p>
          <a:r>
            <a:rPr lang="en-GB" sz="1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Dropout Layer</a:t>
          </a:r>
          <a:endPar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09013FD7-4127-44B3-AA6A-E2A925656D6E}" type="parTrans" cxnId="{3635B68D-5225-4EFD-BDC1-F33FCB90B364}">
      <dgm:prSet/>
      <dgm:spPr/>
      <dgm:t>
        <a:bodyPr/>
        <a:lstStyle/>
        <a:p>
          <a:pPr rtl="1"/>
          <a:endParaRPr lang="ar-SA"/>
        </a:p>
      </dgm:t>
    </dgm:pt>
    <dgm:pt modelId="{49FBD02E-2736-4B0D-A728-C4772F7C235C}" type="sibTrans" cxnId="{3635B68D-5225-4EFD-BDC1-F33FCB90B364}">
      <dgm:prSet/>
      <dgm:spPr/>
      <dgm:t>
        <a:bodyPr/>
        <a:lstStyle/>
        <a:p>
          <a:pPr rtl="1"/>
          <a:endParaRPr lang="ar-SA"/>
        </a:p>
      </dgm:t>
    </dgm:pt>
    <dgm:pt modelId="{A9456924-A46D-44E4-A6FE-1444E43CD11E}">
      <dgm:prSet phldrT="[Text]"/>
      <dgm:spPr/>
      <dgm:t>
        <a:bodyPr/>
        <a:lstStyle/>
        <a:p>
          <a:r>
            <a:rPr lang="en-US" sz="1800" dirty="0">
              <a:solidFill>
                <a:schemeClr val="tx1"/>
              </a:solidFill>
            </a:rPr>
            <a:t>Final Dense Layer</a:t>
          </a:r>
          <a:endParaRPr lang="en-US" sz="1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gm:t>
    </dgm:pt>
    <dgm:pt modelId="{E0332B19-D0B9-4551-B8DA-6CECD2EADB9D}" type="parTrans" cxnId="{2777DFA1-BF39-4810-9079-CDA853829D61}">
      <dgm:prSet/>
      <dgm:spPr/>
      <dgm:t>
        <a:bodyPr/>
        <a:lstStyle/>
        <a:p>
          <a:pPr rtl="1"/>
          <a:endParaRPr lang="ar-SA"/>
        </a:p>
      </dgm:t>
    </dgm:pt>
    <dgm:pt modelId="{6FF3D23A-7610-4FFF-9BA9-47D6D86D4442}" type="sibTrans" cxnId="{2777DFA1-BF39-4810-9079-CDA853829D61}">
      <dgm:prSet/>
      <dgm:spPr/>
      <dgm:t>
        <a:bodyPr/>
        <a:lstStyle/>
        <a:p>
          <a:pPr rtl="1"/>
          <a:endParaRPr lang="ar-SA"/>
        </a:p>
      </dgm:t>
    </dgm:pt>
    <dgm:pt modelId="{4A8AB7E9-498C-4EA8-94AB-A60AD3F14B84}">
      <dgm:prSet phldrT="[Text]" custT="1"/>
      <dgm:spPr/>
      <dgm:t>
        <a:bodyPr/>
        <a:lstStyle/>
        <a:p>
          <a:pPr rtl="1"/>
          <a:r>
            <a:rPr lang="en-US" sz="1800" dirty="0">
              <a:solidFill>
                <a:schemeClr val="tx1"/>
              </a:solidFill>
            </a:rPr>
            <a:t>Spatial Dropout Layer</a:t>
          </a:r>
          <a:endParaRPr lang="en-US" sz="1800" b="0" dirty="0">
            <a:latin typeface="Open Sans" panose="020B0606030504020204" pitchFamily="34" charset="0"/>
            <a:ea typeface="Open Sans" panose="020B0606030504020204" pitchFamily="34" charset="0"/>
            <a:cs typeface="Open Sans" panose="020B0606030504020204" pitchFamily="34" charset="0"/>
          </a:endParaRPr>
        </a:p>
      </dgm:t>
    </dgm:pt>
    <dgm:pt modelId="{0C0F2398-8B67-4EB6-802B-E6C733EA97BB}" type="parTrans" cxnId="{BC2197D0-23FF-4FE8-8760-8FDE38989D44}">
      <dgm:prSet/>
      <dgm:spPr/>
      <dgm:t>
        <a:bodyPr/>
        <a:lstStyle/>
        <a:p>
          <a:pPr rtl="1"/>
          <a:endParaRPr lang="ar-SA"/>
        </a:p>
      </dgm:t>
    </dgm:pt>
    <dgm:pt modelId="{3690B8AB-4EC1-4437-B0A9-D0A5427FC7E2}" type="sibTrans" cxnId="{BC2197D0-23FF-4FE8-8760-8FDE38989D44}">
      <dgm:prSet/>
      <dgm:spPr/>
      <dgm:t>
        <a:bodyPr/>
        <a:lstStyle/>
        <a:p>
          <a:pPr rtl="1"/>
          <a:endParaRPr lang="ar-SA"/>
        </a:p>
      </dgm:t>
    </dgm:pt>
    <dgm:pt modelId="{A00333A0-E900-4884-B6AD-0A76D6200D37}" type="pres">
      <dgm:prSet presAssocID="{15601A86-E7E5-4876-A3EC-D43E83670874}" presName="Name0" presStyleCnt="0">
        <dgm:presLayoutVars>
          <dgm:chPref val="1"/>
          <dgm:dir/>
          <dgm:animOne val="branch"/>
          <dgm:animLvl val="lvl"/>
          <dgm:resizeHandles val="exact"/>
        </dgm:presLayoutVars>
      </dgm:prSet>
      <dgm:spPr/>
    </dgm:pt>
    <dgm:pt modelId="{7DF9621B-9592-45F1-95F9-259A78D518BC}" type="pres">
      <dgm:prSet presAssocID="{275CAB89-A4B9-4ACD-A7BE-EEB318F2FA40}" presName="root1" presStyleCnt="0"/>
      <dgm:spPr/>
    </dgm:pt>
    <dgm:pt modelId="{AC8CD10F-4B04-42B1-9C3D-393FF9CE2AE9}" type="pres">
      <dgm:prSet presAssocID="{275CAB89-A4B9-4ACD-A7BE-EEB318F2FA40}" presName="LevelOneTextNode" presStyleLbl="node0" presStyleIdx="0" presStyleCnt="1" custAng="5400000" custScaleX="334150" custScaleY="74206" custLinFactX="-94718" custLinFactNeighborX="-100000" custLinFactNeighborY="-44728">
        <dgm:presLayoutVars>
          <dgm:chPref val="3"/>
        </dgm:presLayoutVars>
      </dgm:prSet>
      <dgm:spPr/>
    </dgm:pt>
    <dgm:pt modelId="{B4A38B65-1FAD-4C42-AEDB-73B85E1610BD}" type="pres">
      <dgm:prSet presAssocID="{275CAB89-A4B9-4ACD-A7BE-EEB318F2FA40}" presName="level2hierChild" presStyleCnt="0"/>
      <dgm:spPr/>
    </dgm:pt>
    <dgm:pt modelId="{96A703AD-763F-4A1F-BE37-4A6A58AFC9FD}" type="pres">
      <dgm:prSet presAssocID="{808076B5-4FEC-4BB9-B45B-A29CD5229DB6}" presName="conn2-1" presStyleLbl="parChTrans1D2" presStyleIdx="0" presStyleCnt="8"/>
      <dgm:spPr/>
    </dgm:pt>
    <dgm:pt modelId="{9B5D82A2-A00A-421D-8A76-50ECC8E78935}" type="pres">
      <dgm:prSet presAssocID="{808076B5-4FEC-4BB9-B45B-A29CD5229DB6}" presName="connTx" presStyleLbl="parChTrans1D2" presStyleIdx="0" presStyleCnt="8"/>
      <dgm:spPr/>
    </dgm:pt>
    <dgm:pt modelId="{8986C16E-E7E5-4280-9099-6190254ADFCB}" type="pres">
      <dgm:prSet presAssocID="{C34F2A50-3CA4-4419-B38A-2F25B735EA9B}" presName="root2" presStyleCnt="0"/>
      <dgm:spPr/>
    </dgm:pt>
    <dgm:pt modelId="{1D86655D-46AE-4FA4-86D0-0F2C039B5E9C}" type="pres">
      <dgm:prSet presAssocID="{C34F2A50-3CA4-4419-B38A-2F25B735EA9B}" presName="LevelTwoTextNode" presStyleLbl="node2" presStyleIdx="0" presStyleCnt="8" custScaleX="153565">
        <dgm:presLayoutVars>
          <dgm:chPref val="3"/>
        </dgm:presLayoutVars>
      </dgm:prSet>
      <dgm:spPr/>
    </dgm:pt>
    <dgm:pt modelId="{42708297-134F-4C50-91FD-FCE2FBAA184E}" type="pres">
      <dgm:prSet presAssocID="{C34F2A50-3CA4-4419-B38A-2F25B735EA9B}" presName="level3hierChild" presStyleCnt="0"/>
      <dgm:spPr/>
    </dgm:pt>
    <dgm:pt modelId="{2AC4490B-7D05-45F0-945A-5DEC0844A8B4}" type="pres">
      <dgm:prSet presAssocID="{0C0F2398-8B67-4EB6-802B-E6C733EA97BB}" presName="conn2-1" presStyleLbl="parChTrans1D2" presStyleIdx="1" presStyleCnt="8"/>
      <dgm:spPr/>
    </dgm:pt>
    <dgm:pt modelId="{F7B4C342-5881-4135-A10B-A73CD0C72728}" type="pres">
      <dgm:prSet presAssocID="{0C0F2398-8B67-4EB6-802B-E6C733EA97BB}" presName="connTx" presStyleLbl="parChTrans1D2" presStyleIdx="1" presStyleCnt="8"/>
      <dgm:spPr/>
    </dgm:pt>
    <dgm:pt modelId="{862F2382-61D9-4890-826F-0E2C80CF7E11}" type="pres">
      <dgm:prSet presAssocID="{4A8AB7E9-498C-4EA8-94AB-A60AD3F14B84}" presName="root2" presStyleCnt="0"/>
      <dgm:spPr/>
    </dgm:pt>
    <dgm:pt modelId="{DEC64B64-909F-421B-B4A6-6DDEEF18486C}" type="pres">
      <dgm:prSet presAssocID="{4A8AB7E9-498C-4EA8-94AB-A60AD3F14B84}" presName="LevelTwoTextNode" presStyleLbl="node2" presStyleIdx="1" presStyleCnt="8" custScaleX="156219">
        <dgm:presLayoutVars>
          <dgm:chPref val="3"/>
        </dgm:presLayoutVars>
      </dgm:prSet>
      <dgm:spPr/>
    </dgm:pt>
    <dgm:pt modelId="{F18ECF31-9EFD-4258-A40B-0CA367A2D9A0}" type="pres">
      <dgm:prSet presAssocID="{4A8AB7E9-498C-4EA8-94AB-A60AD3F14B84}" presName="level3hierChild" presStyleCnt="0"/>
      <dgm:spPr/>
    </dgm:pt>
    <dgm:pt modelId="{C66F8241-D0F4-4AF3-8B1D-AE964BB0E466}" type="pres">
      <dgm:prSet presAssocID="{C80783D9-CA21-4510-ABCE-782FFF56732F}" presName="conn2-1" presStyleLbl="parChTrans1D2" presStyleIdx="2" presStyleCnt="8"/>
      <dgm:spPr/>
    </dgm:pt>
    <dgm:pt modelId="{59855E5D-B9F0-40F4-BC66-07731642C41C}" type="pres">
      <dgm:prSet presAssocID="{C80783D9-CA21-4510-ABCE-782FFF56732F}" presName="connTx" presStyleLbl="parChTrans1D2" presStyleIdx="2" presStyleCnt="8"/>
      <dgm:spPr/>
    </dgm:pt>
    <dgm:pt modelId="{39CDF94D-474F-4E36-A3CC-CEF274ACB129}" type="pres">
      <dgm:prSet presAssocID="{222D478E-3CDB-4BAC-A661-045AB5F497D6}" presName="root2" presStyleCnt="0"/>
      <dgm:spPr/>
    </dgm:pt>
    <dgm:pt modelId="{E292BA51-4AA4-456F-93A7-561C723C0912}" type="pres">
      <dgm:prSet presAssocID="{222D478E-3CDB-4BAC-A661-045AB5F497D6}" presName="LevelTwoTextNode" presStyleLbl="node2" presStyleIdx="2" presStyleCnt="8" custScaleX="153408">
        <dgm:presLayoutVars>
          <dgm:chPref val="3"/>
        </dgm:presLayoutVars>
      </dgm:prSet>
      <dgm:spPr/>
    </dgm:pt>
    <dgm:pt modelId="{F28F52A0-0D33-4F67-827B-50A4A31F1EF0}" type="pres">
      <dgm:prSet presAssocID="{222D478E-3CDB-4BAC-A661-045AB5F497D6}" presName="level3hierChild" presStyleCnt="0"/>
      <dgm:spPr/>
    </dgm:pt>
    <dgm:pt modelId="{1C2547D1-9FCA-42E8-BCD2-AE9DC2FF40F6}" type="pres">
      <dgm:prSet presAssocID="{F8699E3D-C7FF-459D-ABFE-718AF7E77298}" presName="conn2-1" presStyleLbl="parChTrans1D2" presStyleIdx="3" presStyleCnt="8"/>
      <dgm:spPr/>
    </dgm:pt>
    <dgm:pt modelId="{B1F43657-3FD8-4DA4-A164-30C7991B4EED}" type="pres">
      <dgm:prSet presAssocID="{F8699E3D-C7FF-459D-ABFE-718AF7E77298}" presName="connTx" presStyleLbl="parChTrans1D2" presStyleIdx="3" presStyleCnt="8"/>
      <dgm:spPr/>
    </dgm:pt>
    <dgm:pt modelId="{A21AD501-85D9-46D1-83E8-BB2C4B2C5AFF}" type="pres">
      <dgm:prSet presAssocID="{E98CFEC1-8F26-464D-B94B-012B9E65147C}" presName="root2" presStyleCnt="0"/>
      <dgm:spPr/>
    </dgm:pt>
    <dgm:pt modelId="{3EA2F260-9C14-4343-A0F5-5F8EDB772ED1}" type="pres">
      <dgm:prSet presAssocID="{E98CFEC1-8F26-464D-B94B-012B9E65147C}" presName="LevelTwoTextNode" presStyleLbl="node2" presStyleIdx="3" presStyleCnt="8" custScaleX="153136">
        <dgm:presLayoutVars>
          <dgm:chPref val="3"/>
        </dgm:presLayoutVars>
      </dgm:prSet>
      <dgm:spPr/>
    </dgm:pt>
    <dgm:pt modelId="{48EE8FE9-5A1F-4CE4-B3A2-D5E9C56AB6D3}" type="pres">
      <dgm:prSet presAssocID="{E98CFEC1-8F26-464D-B94B-012B9E65147C}" presName="level3hierChild" presStyleCnt="0"/>
      <dgm:spPr/>
    </dgm:pt>
    <dgm:pt modelId="{18D13227-7C1C-411F-A346-A9BF7495C0C4}" type="pres">
      <dgm:prSet presAssocID="{93D01746-2DBB-427F-B178-1B8405B14AB5}" presName="conn2-1" presStyleLbl="parChTrans1D2" presStyleIdx="4" presStyleCnt="8"/>
      <dgm:spPr/>
    </dgm:pt>
    <dgm:pt modelId="{02F6841F-55DB-4205-964C-28BCD76BA1C2}" type="pres">
      <dgm:prSet presAssocID="{93D01746-2DBB-427F-B178-1B8405B14AB5}" presName="connTx" presStyleLbl="parChTrans1D2" presStyleIdx="4" presStyleCnt="8"/>
      <dgm:spPr/>
    </dgm:pt>
    <dgm:pt modelId="{7C55F811-F7E6-4318-969B-CB0A5EFB3FEE}" type="pres">
      <dgm:prSet presAssocID="{C22A4788-B1DD-47E2-998E-1D3F61A2B830}" presName="root2" presStyleCnt="0"/>
      <dgm:spPr/>
    </dgm:pt>
    <dgm:pt modelId="{54C0CAAD-50BB-40EA-BDA7-C42301FDA615}" type="pres">
      <dgm:prSet presAssocID="{C22A4788-B1DD-47E2-998E-1D3F61A2B830}" presName="LevelTwoTextNode" presStyleLbl="node2" presStyleIdx="4" presStyleCnt="8" custScaleX="156183">
        <dgm:presLayoutVars>
          <dgm:chPref val="3"/>
        </dgm:presLayoutVars>
      </dgm:prSet>
      <dgm:spPr>
        <a:xfrm>
          <a:off x="4296480" y="1105328"/>
          <a:ext cx="3314808" cy="683353"/>
        </a:xfrm>
        <a:prstGeom prst="rect">
          <a:avLst/>
        </a:prstGeom>
      </dgm:spPr>
    </dgm:pt>
    <dgm:pt modelId="{40F9E164-80E0-48DC-AB1B-20C747AFB806}" type="pres">
      <dgm:prSet presAssocID="{C22A4788-B1DD-47E2-998E-1D3F61A2B830}" presName="level3hierChild" presStyleCnt="0"/>
      <dgm:spPr/>
    </dgm:pt>
    <dgm:pt modelId="{B53052DA-1B56-4E2E-85ED-EE31C5340C55}" type="pres">
      <dgm:prSet presAssocID="{557C2459-372C-4F53-B4CC-5E08A259A3AC}" presName="conn2-1" presStyleLbl="parChTrans1D2" presStyleIdx="5" presStyleCnt="8"/>
      <dgm:spPr/>
    </dgm:pt>
    <dgm:pt modelId="{95164D39-C1B4-4776-AA09-42B5FD404D0F}" type="pres">
      <dgm:prSet presAssocID="{557C2459-372C-4F53-B4CC-5E08A259A3AC}" presName="connTx" presStyleLbl="parChTrans1D2" presStyleIdx="5" presStyleCnt="8"/>
      <dgm:spPr/>
    </dgm:pt>
    <dgm:pt modelId="{75D81D2A-DAE5-4D0B-B351-7A2212843C57}" type="pres">
      <dgm:prSet presAssocID="{ED1F89BC-FAAD-4945-AC59-08D21DA23A53}" presName="root2" presStyleCnt="0"/>
      <dgm:spPr/>
    </dgm:pt>
    <dgm:pt modelId="{62C06B91-1EC0-4E36-B354-9BE47BB0B2ED}" type="pres">
      <dgm:prSet presAssocID="{ED1F89BC-FAAD-4945-AC59-08D21DA23A53}" presName="LevelTwoTextNode" presStyleLbl="node2" presStyleIdx="5" presStyleCnt="8" custScaleX="154538">
        <dgm:presLayoutVars>
          <dgm:chPref val="3"/>
        </dgm:presLayoutVars>
      </dgm:prSet>
      <dgm:spPr/>
    </dgm:pt>
    <dgm:pt modelId="{4B3E43D9-9DC8-4B3B-B7C7-77D2439A41F5}" type="pres">
      <dgm:prSet presAssocID="{ED1F89BC-FAAD-4945-AC59-08D21DA23A53}" presName="level3hierChild" presStyleCnt="0"/>
      <dgm:spPr/>
    </dgm:pt>
    <dgm:pt modelId="{9CB286A4-9790-4BAF-B1D5-3DAF8CE786FD}" type="pres">
      <dgm:prSet presAssocID="{09013FD7-4127-44B3-AA6A-E2A925656D6E}" presName="conn2-1" presStyleLbl="parChTrans1D2" presStyleIdx="6" presStyleCnt="8"/>
      <dgm:spPr/>
    </dgm:pt>
    <dgm:pt modelId="{FEF48C4D-8866-4361-92A8-0B9F07473C64}" type="pres">
      <dgm:prSet presAssocID="{09013FD7-4127-44B3-AA6A-E2A925656D6E}" presName="connTx" presStyleLbl="parChTrans1D2" presStyleIdx="6" presStyleCnt="8"/>
      <dgm:spPr/>
    </dgm:pt>
    <dgm:pt modelId="{0AA45C66-58F7-46CD-A853-5340D02E3BA0}" type="pres">
      <dgm:prSet presAssocID="{1FAEEF38-D156-4452-8916-9D1A23243286}" presName="root2" presStyleCnt="0"/>
      <dgm:spPr/>
    </dgm:pt>
    <dgm:pt modelId="{6C5E0A36-6ECD-4320-9248-3DFAA4D268C1}" type="pres">
      <dgm:prSet presAssocID="{1FAEEF38-D156-4452-8916-9D1A23243286}" presName="LevelTwoTextNode" presStyleLbl="node2" presStyleIdx="6" presStyleCnt="8" custScaleX="154370">
        <dgm:presLayoutVars>
          <dgm:chPref val="3"/>
        </dgm:presLayoutVars>
      </dgm:prSet>
      <dgm:spPr/>
    </dgm:pt>
    <dgm:pt modelId="{1C5CE87C-0C8B-44E4-A4AE-16DA1470C5B5}" type="pres">
      <dgm:prSet presAssocID="{1FAEEF38-D156-4452-8916-9D1A23243286}" presName="level3hierChild" presStyleCnt="0"/>
      <dgm:spPr/>
    </dgm:pt>
    <dgm:pt modelId="{A6C4E5FE-AC7B-4401-A1ED-3A26DCE2FA7A}" type="pres">
      <dgm:prSet presAssocID="{E0332B19-D0B9-4551-B8DA-6CECD2EADB9D}" presName="conn2-1" presStyleLbl="parChTrans1D2" presStyleIdx="7" presStyleCnt="8"/>
      <dgm:spPr/>
    </dgm:pt>
    <dgm:pt modelId="{3CC6B110-1C19-46F0-8C43-04666A2AE91D}" type="pres">
      <dgm:prSet presAssocID="{E0332B19-D0B9-4551-B8DA-6CECD2EADB9D}" presName="connTx" presStyleLbl="parChTrans1D2" presStyleIdx="7" presStyleCnt="8"/>
      <dgm:spPr/>
    </dgm:pt>
    <dgm:pt modelId="{F1F2AF8A-E386-4DA4-882D-2A02DF028AD4}" type="pres">
      <dgm:prSet presAssocID="{A9456924-A46D-44E4-A6FE-1444E43CD11E}" presName="root2" presStyleCnt="0"/>
      <dgm:spPr/>
    </dgm:pt>
    <dgm:pt modelId="{F1C9B5B5-E38F-4BD7-A68F-7251147200F0}" type="pres">
      <dgm:prSet presAssocID="{A9456924-A46D-44E4-A6FE-1444E43CD11E}" presName="LevelTwoTextNode" presStyleLbl="node2" presStyleIdx="7" presStyleCnt="8" custScaleX="151558">
        <dgm:presLayoutVars>
          <dgm:chPref val="3"/>
        </dgm:presLayoutVars>
      </dgm:prSet>
      <dgm:spPr/>
    </dgm:pt>
    <dgm:pt modelId="{5A29EAB6-0B9E-40B4-A6CB-C6A77707020A}" type="pres">
      <dgm:prSet presAssocID="{A9456924-A46D-44E4-A6FE-1444E43CD11E}" presName="level3hierChild" presStyleCnt="0"/>
      <dgm:spPr/>
    </dgm:pt>
  </dgm:ptLst>
  <dgm:cxnLst>
    <dgm:cxn modelId="{15061F08-5737-40CC-BCF6-1FA1B541761F}" type="presOf" srcId="{E98CFEC1-8F26-464D-B94B-012B9E65147C}" destId="{3EA2F260-9C14-4343-A0F5-5F8EDB772ED1}" srcOrd="0" destOrd="0" presId="urn:microsoft.com/office/officeart/2008/layout/HorizontalMultiLevelHierarchy"/>
    <dgm:cxn modelId="{4F93F00C-472E-42CE-90D1-9C14C3C756C1}" type="presOf" srcId="{222D478E-3CDB-4BAC-A661-045AB5F497D6}" destId="{E292BA51-4AA4-456F-93A7-561C723C0912}" srcOrd="0" destOrd="0" presId="urn:microsoft.com/office/officeart/2008/layout/HorizontalMultiLevelHierarchy"/>
    <dgm:cxn modelId="{3D825D15-A8BF-4770-9E81-3F145B6DA2F2}" srcId="{275CAB89-A4B9-4ACD-A7BE-EEB318F2FA40}" destId="{E98CFEC1-8F26-464D-B94B-012B9E65147C}" srcOrd="3" destOrd="0" parTransId="{F8699E3D-C7FF-459D-ABFE-718AF7E77298}" sibTransId="{5DFE32D3-5555-4309-9B5C-C3AC2BD36E0B}"/>
    <dgm:cxn modelId="{ADF93118-6106-4DE0-848B-F0F9628A6566}" type="presOf" srcId="{C80783D9-CA21-4510-ABCE-782FFF56732F}" destId="{59855E5D-B9F0-40F4-BC66-07731642C41C}" srcOrd="1" destOrd="0" presId="urn:microsoft.com/office/officeart/2008/layout/HorizontalMultiLevelHierarchy"/>
    <dgm:cxn modelId="{4AE6B11E-C627-451D-BD5A-E8AE1E2685FD}" type="presOf" srcId="{09013FD7-4127-44B3-AA6A-E2A925656D6E}" destId="{FEF48C4D-8866-4361-92A8-0B9F07473C64}" srcOrd="1" destOrd="0" presId="urn:microsoft.com/office/officeart/2008/layout/HorizontalMultiLevelHierarchy"/>
    <dgm:cxn modelId="{3D028D28-552A-4E2E-AC8D-C4BB99B066C6}" srcId="{15601A86-E7E5-4876-A3EC-D43E83670874}" destId="{275CAB89-A4B9-4ACD-A7BE-EEB318F2FA40}" srcOrd="0" destOrd="0" parTransId="{47062AD3-BB34-47C9-91D0-866A8E5C6983}" sibTransId="{D56DFCCF-78DB-4E7F-ABFA-412BE6C0EDAA}"/>
    <dgm:cxn modelId="{5F15215B-A7FE-4E3B-ACF4-EAE65E05D721}" type="presOf" srcId="{09013FD7-4127-44B3-AA6A-E2A925656D6E}" destId="{9CB286A4-9790-4BAF-B1D5-3DAF8CE786FD}" srcOrd="0" destOrd="0" presId="urn:microsoft.com/office/officeart/2008/layout/HorizontalMultiLevelHierarchy"/>
    <dgm:cxn modelId="{83498665-B1D8-4554-AAF5-F61A79BB89F9}" type="presOf" srcId="{E0332B19-D0B9-4551-B8DA-6CECD2EADB9D}" destId="{3CC6B110-1C19-46F0-8C43-04666A2AE91D}" srcOrd="1" destOrd="0" presId="urn:microsoft.com/office/officeart/2008/layout/HorizontalMultiLevelHierarchy"/>
    <dgm:cxn modelId="{D833C967-041E-43B1-8923-004E823AA868}" type="presOf" srcId="{4A8AB7E9-498C-4EA8-94AB-A60AD3F14B84}" destId="{DEC64B64-909F-421B-B4A6-6DDEEF18486C}" srcOrd="0" destOrd="0" presId="urn:microsoft.com/office/officeart/2008/layout/HorizontalMultiLevelHierarchy"/>
    <dgm:cxn modelId="{CA504C48-65CE-4F89-B295-9E445163A380}" srcId="{275CAB89-A4B9-4ACD-A7BE-EEB318F2FA40}" destId="{C34F2A50-3CA4-4419-B38A-2F25B735EA9B}" srcOrd="0" destOrd="0" parTransId="{808076B5-4FEC-4BB9-B45B-A29CD5229DB6}" sibTransId="{39A43DF9-2A91-4D0F-9F7E-0BA89F1E286F}"/>
    <dgm:cxn modelId="{7A264270-D140-4D54-A473-1562E447AF2A}" type="presOf" srcId="{557C2459-372C-4F53-B4CC-5E08A259A3AC}" destId="{B53052DA-1B56-4E2E-85ED-EE31C5340C55}" srcOrd="0" destOrd="0" presId="urn:microsoft.com/office/officeart/2008/layout/HorizontalMultiLevelHierarchy"/>
    <dgm:cxn modelId="{56C91756-273A-4E89-A9AC-03BAE25FC7C0}" type="presOf" srcId="{C22A4788-B1DD-47E2-998E-1D3F61A2B830}" destId="{54C0CAAD-50BB-40EA-BDA7-C42301FDA615}" srcOrd="0" destOrd="0" presId="urn:microsoft.com/office/officeart/2008/layout/HorizontalMultiLevelHierarchy"/>
    <dgm:cxn modelId="{94047276-B21D-47D9-9A8D-B33A835532A9}" srcId="{275CAB89-A4B9-4ACD-A7BE-EEB318F2FA40}" destId="{222D478E-3CDB-4BAC-A661-045AB5F497D6}" srcOrd="2" destOrd="0" parTransId="{C80783D9-CA21-4510-ABCE-782FFF56732F}" sibTransId="{A2985ADD-17ED-4363-82F0-8770229209D1}"/>
    <dgm:cxn modelId="{1C5A3F7B-B545-411C-9C18-4DBDC97032F4}" type="presOf" srcId="{93D01746-2DBB-427F-B178-1B8405B14AB5}" destId="{18D13227-7C1C-411F-A346-A9BF7495C0C4}" srcOrd="0" destOrd="0" presId="urn:microsoft.com/office/officeart/2008/layout/HorizontalMultiLevelHierarchy"/>
    <dgm:cxn modelId="{04C13985-4CF6-49F8-996C-8F7FA9698211}" type="presOf" srcId="{0C0F2398-8B67-4EB6-802B-E6C733EA97BB}" destId="{F7B4C342-5881-4135-A10B-A73CD0C72728}" srcOrd="1" destOrd="0" presId="urn:microsoft.com/office/officeart/2008/layout/HorizontalMultiLevelHierarchy"/>
    <dgm:cxn modelId="{415EAC85-81BF-48F7-9974-A495F8235834}" type="presOf" srcId="{E0332B19-D0B9-4551-B8DA-6CECD2EADB9D}" destId="{A6C4E5FE-AC7B-4401-A1ED-3A26DCE2FA7A}" srcOrd="0" destOrd="0" presId="urn:microsoft.com/office/officeart/2008/layout/HorizontalMultiLevelHierarchy"/>
    <dgm:cxn modelId="{3635B68D-5225-4EFD-BDC1-F33FCB90B364}" srcId="{275CAB89-A4B9-4ACD-A7BE-EEB318F2FA40}" destId="{1FAEEF38-D156-4452-8916-9D1A23243286}" srcOrd="6" destOrd="0" parTransId="{09013FD7-4127-44B3-AA6A-E2A925656D6E}" sibTransId="{49FBD02E-2736-4B0D-A728-C4772F7C235C}"/>
    <dgm:cxn modelId="{332E848E-C59A-44E6-9B69-D21FF6560E03}" type="presOf" srcId="{F8699E3D-C7FF-459D-ABFE-718AF7E77298}" destId="{1C2547D1-9FCA-42E8-BCD2-AE9DC2FF40F6}" srcOrd="0" destOrd="0" presId="urn:microsoft.com/office/officeart/2008/layout/HorizontalMultiLevelHierarchy"/>
    <dgm:cxn modelId="{9D8E6E9B-4A2D-4FCB-AB64-949AC14BF5E0}" type="presOf" srcId="{C34F2A50-3CA4-4419-B38A-2F25B735EA9B}" destId="{1D86655D-46AE-4FA4-86D0-0F2C039B5E9C}" srcOrd="0" destOrd="0" presId="urn:microsoft.com/office/officeart/2008/layout/HorizontalMultiLevelHierarchy"/>
    <dgm:cxn modelId="{D055D59B-9A48-4FBD-9588-14FA2876EAB0}" type="presOf" srcId="{A9456924-A46D-44E4-A6FE-1444E43CD11E}" destId="{F1C9B5B5-E38F-4BD7-A68F-7251147200F0}" srcOrd="0" destOrd="0" presId="urn:microsoft.com/office/officeart/2008/layout/HorizontalMultiLevelHierarchy"/>
    <dgm:cxn modelId="{E49FB0A1-24D1-4737-A968-D674BF0D0238}" type="presOf" srcId="{ED1F89BC-FAAD-4945-AC59-08D21DA23A53}" destId="{62C06B91-1EC0-4E36-B354-9BE47BB0B2ED}" srcOrd="0" destOrd="0" presId="urn:microsoft.com/office/officeart/2008/layout/HorizontalMultiLevelHierarchy"/>
    <dgm:cxn modelId="{2777DFA1-BF39-4810-9079-CDA853829D61}" srcId="{275CAB89-A4B9-4ACD-A7BE-EEB318F2FA40}" destId="{A9456924-A46D-44E4-A6FE-1444E43CD11E}" srcOrd="7" destOrd="0" parTransId="{E0332B19-D0B9-4551-B8DA-6CECD2EADB9D}" sibTransId="{6FF3D23A-7610-4FFF-9BA9-47D6D86D4442}"/>
    <dgm:cxn modelId="{D34193B0-4893-4612-A8D1-5310EDA1D0BB}" type="presOf" srcId="{C80783D9-CA21-4510-ABCE-782FFF56732F}" destId="{C66F8241-D0F4-4AF3-8B1D-AE964BB0E466}" srcOrd="0" destOrd="0" presId="urn:microsoft.com/office/officeart/2008/layout/HorizontalMultiLevelHierarchy"/>
    <dgm:cxn modelId="{512DC9B8-5462-44EB-9B7D-333D2D6159D9}" type="presOf" srcId="{557C2459-372C-4F53-B4CC-5E08A259A3AC}" destId="{95164D39-C1B4-4776-AA09-42B5FD404D0F}" srcOrd="1" destOrd="0" presId="urn:microsoft.com/office/officeart/2008/layout/HorizontalMultiLevelHierarchy"/>
    <dgm:cxn modelId="{B91930C3-3B11-4189-8B91-C3E150275284}" srcId="{275CAB89-A4B9-4ACD-A7BE-EEB318F2FA40}" destId="{C22A4788-B1DD-47E2-998E-1D3F61A2B830}" srcOrd="4" destOrd="0" parTransId="{93D01746-2DBB-427F-B178-1B8405B14AB5}" sibTransId="{DB0CB579-0392-40C1-B48D-AA708DFA4E5F}"/>
    <dgm:cxn modelId="{BBE13CCD-203E-4EF0-8475-03A57F1BB220}" type="presOf" srcId="{93D01746-2DBB-427F-B178-1B8405B14AB5}" destId="{02F6841F-55DB-4205-964C-28BCD76BA1C2}" srcOrd="1" destOrd="0" presId="urn:microsoft.com/office/officeart/2008/layout/HorizontalMultiLevelHierarchy"/>
    <dgm:cxn modelId="{5C604FCE-612F-472C-A29A-D8925308394E}" type="presOf" srcId="{808076B5-4FEC-4BB9-B45B-A29CD5229DB6}" destId="{96A703AD-763F-4A1F-BE37-4A6A58AFC9FD}" srcOrd="0" destOrd="0" presId="urn:microsoft.com/office/officeart/2008/layout/HorizontalMultiLevelHierarchy"/>
    <dgm:cxn modelId="{00D894CF-C78F-41E9-89D6-2A7EEE95B6A8}" type="presOf" srcId="{1FAEEF38-D156-4452-8916-9D1A23243286}" destId="{6C5E0A36-6ECD-4320-9248-3DFAA4D268C1}" srcOrd="0" destOrd="0" presId="urn:microsoft.com/office/officeart/2008/layout/HorizontalMultiLevelHierarchy"/>
    <dgm:cxn modelId="{BC2197D0-23FF-4FE8-8760-8FDE38989D44}" srcId="{275CAB89-A4B9-4ACD-A7BE-EEB318F2FA40}" destId="{4A8AB7E9-498C-4EA8-94AB-A60AD3F14B84}" srcOrd="1" destOrd="0" parTransId="{0C0F2398-8B67-4EB6-802B-E6C733EA97BB}" sibTransId="{3690B8AB-4EC1-4437-B0A9-D0A5427FC7E2}"/>
    <dgm:cxn modelId="{D60B0CD2-8F42-47CA-9D25-22A2FA9750F8}" type="presOf" srcId="{808076B5-4FEC-4BB9-B45B-A29CD5229DB6}" destId="{9B5D82A2-A00A-421D-8A76-50ECC8E78935}" srcOrd="1" destOrd="0" presId="urn:microsoft.com/office/officeart/2008/layout/HorizontalMultiLevelHierarchy"/>
    <dgm:cxn modelId="{FAE964D9-507C-471C-A8AD-77302B07DDE7}" type="presOf" srcId="{0C0F2398-8B67-4EB6-802B-E6C733EA97BB}" destId="{2AC4490B-7D05-45F0-945A-5DEC0844A8B4}" srcOrd="0" destOrd="0" presId="urn:microsoft.com/office/officeart/2008/layout/HorizontalMultiLevelHierarchy"/>
    <dgm:cxn modelId="{D06AC0DE-8C64-4AAA-BAA7-935D0804923C}" type="presOf" srcId="{275CAB89-A4B9-4ACD-A7BE-EEB318F2FA40}" destId="{AC8CD10F-4B04-42B1-9C3D-393FF9CE2AE9}" srcOrd="0" destOrd="0" presId="urn:microsoft.com/office/officeart/2008/layout/HorizontalMultiLevelHierarchy"/>
    <dgm:cxn modelId="{FB0081E3-F041-404F-8307-08A4B5A54C1F}" srcId="{275CAB89-A4B9-4ACD-A7BE-EEB318F2FA40}" destId="{ED1F89BC-FAAD-4945-AC59-08D21DA23A53}" srcOrd="5" destOrd="0" parTransId="{557C2459-372C-4F53-B4CC-5E08A259A3AC}" sibTransId="{81B141CE-D22A-41C1-B547-4821665E9AF6}"/>
    <dgm:cxn modelId="{C21A61F7-DB69-41E4-9EAC-7E2AED16DCA7}" type="presOf" srcId="{15601A86-E7E5-4876-A3EC-D43E83670874}" destId="{A00333A0-E900-4884-B6AD-0A76D6200D37}" srcOrd="0" destOrd="0" presId="urn:microsoft.com/office/officeart/2008/layout/HorizontalMultiLevelHierarchy"/>
    <dgm:cxn modelId="{C26B47F7-8524-4DDA-9CAF-C90C51B94F1D}" type="presOf" srcId="{F8699E3D-C7FF-459D-ABFE-718AF7E77298}" destId="{B1F43657-3FD8-4DA4-A164-30C7991B4EED}" srcOrd="1" destOrd="0" presId="urn:microsoft.com/office/officeart/2008/layout/HorizontalMultiLevelHierarchy"/>
    <dgm:cxn modelId="{8B966CBB-58FE-4993-816B-689331D44709}" type="presParOf" srcId="{A00333A0-E900-4884-B6AD-0A76D6200D37}" destId="{7DF9621B-9592-45F1-95F9-259A78D518BC}" srcOrd="0" destOrd="0" presId="urn:microsoft.com/office/officeart/2008/layout/HorizontalMultiLevelHierarchy"/>
    <dgm:cxn modelId="{67B8672A-822D-4B8A-A0A8-8672D040581E}" type="presParOf" srcId="{7DF9621B-9592-45F1-95F9-259A78D518BC}" destId="{AC8CD10F-4B04-42B1-9C3D-393FF9CE2AE9}" srcOrd="0" destOrd="0" presId="urn:microsoft.com/office/officeart/2008/layout/HorizontalMultiLevelHierarchy"/>
    <dgm:cxn modelId="{6E129774-4028-44AC-8B60-142C9723249A}" type="presParOf" srcId="{7DF9621B-9592-45F1-95F9-259A78D518BC}" destId="{B4A38B65-1FAD-4C42-AEDB-73B85E1610BD}" srcOrd="1" destOrd="0" presId="urn:microsoft.com/office/officeart/2008/layout/HorizontalMultiLevelHierarchy"/>
    <dgm:cxn modelId="{61FCA14A-CB6C-4451-82DF-1D3768124CE4}" type="presParOf" srcId="{B4A38B65-1FAD-4C42-AEDB-73B85E1610BD}" destId="{96A703AD-763F-4A1F-BE37-4A6A58AFC9FD}" srcOrd="0" destOrd="0" presId="urn:microsoft.com/office/officeart/2008/layout/HorizontalMultiLevelHierarchy"/>
    <dgm:cxn modelId="{C731F370-8C77-4C3C-B91E-9278085FAFD9}" type="presParOf" srcId="{96A703AD-763F-4A1F-BE37-4A6A58AFC9FD}" destId="{9B5D82A2-A00A-421D-8A76-50ECC8E78935}" srcOrd="0" destOrd="0" presId="urn:microsoft.com/office/officeart/2008/layout/HorizontalMultiLevelHierarchy"/>
    <dgm:cxn modelId="{610C00DA-2453-420B-9893-A156DC595EBC}" type="presParOf" srcId="{B4A38B65-1FAD-4C42-AEDB-73B85E1610BD}" destId="{8986C16E-E7E5-4280-9099-6190254ADFCB}" srcOrd="1" destOrd="0" presId="urn:microsoft.com/office/officeart/2008/layout/HorizontalMultiLevelHierarchy"/>
    <dgm:cxn modelId="{E0C59B20-BB8D-4087-8B0F-FC54EC1E1977}" type="presParOf" srcId="{8986C16E-E7E5-4280-9099-6190254ADFCB}" destId="{1D86655D-46AE-4FA4-86D0-0F2C039B5E9C}" srcOrd="0" destOrd="0" presId="urn:microsoft.com/office/officeart/2008/layout/HorizontalMultiLevelHierarchy"/>
    <dgm:cxn modelId="{393881B1-8815-40A6-90EC-8E34E21CB2C2}" type="presParOf" srcId="{8986C16E-E7E5-4280-9099-6190254ADFCB}" destId="{42708297-134F-4C50-91FD-FCE2FBAA184E}" srcOrd="1" destOrd="0" presId="urn:microsoft.com/office/officeart/2008/layout/HorizontalMultiLevelHierarchy"/>
    <dgm:cxn modelId="{2EDDD713-63F3-47D0-BB96-E432F2FE7D98}" type="presParOf" srcId="{B4A38B65-1FAD-4C42-AEDB-73B85E1610BD}" destId="{2AC4490B-7D05-45F0-945A-5DEC0844A8B4}" srcOrd="2" destOrd="0" presId="urn:microsoft.com/office/officeart/2008/layout/HorizontalMultiLevelHierarchy"/>
    <dgm:cxn modelId="{69D3E8EE-2808-42D0-8234-B32F8635A1F2}" type="presParOf" srcId="{2AC4490B-7D05-45F0-945A-5DEC0844A8B4}" destId="{F7B4C342-5881-4135-A10B-A73CD0C72728}" srcOrd="0" destOrd="0" presId="urn:microsoft.com/office/officeart/2008/layout/HorizontalMultiLevelHierarchy"/>
    <dgm:cxn modelId="{DE20C9FA-84EB-4966-AB83-59F41CF7353E}" type="presParOf" srcId="{B4A38B65-1FAD-4C42-AEDB-73B85E1610BD}" destId="{862F2382-61D9-4890-826F-0E2C80CF7E11}" srcOrd="3" destOrd="0" presId="urn:microsoft.com/office/officeart/2008/layout/HorizontalMultiLevelHierarchy"/>
    <dgm:cxn modelId="{C43AB649-7188-4012-AEB7-C32F59E7522C}" type="presParOf" srcId="{862F2382-61D9-4890-826F-0E2C80CF7E11}" destId="{DEC64B64-909F-421B-B4A6-6DDEEF18486C}" srcOrd="0" destOrd="0" presId="urn:microsoft.com/office/officeart/2008/layout/HorizontalMultiLevelHierarchy"/>
    <dgm:cxn modelId="{619C5660-74E8-47D8-A1F3-78E73E09783C}" type="presParOf" srcId="{862F2382-61D9-4890-826F-0E2C80CF7E11}" destId="{F18ECF31-9EFD-4258-A40B-0CA367A2D9A0}" srcOrd="1" destOrd="0" presId="urn:microsoft.com/office/officeart/2008/layout/HorizontalMultiLevelHierarchy"/>
    <dgm:cxn modelId="{7D60B5BA-36C9-4818-8824-9CF67E713F6C}" type="presParOf" srcId="{B4A38B65-1FAD-4C42-AEDB-73B85E1610BD}" destId="{C66F8241-D0F4-4AF3-8B1D-AE964BB0E466}" srcOrd="4" destOrd="0" presId="urn:microsoft.com/office/officeart/2008/layout/HorizontalMultiLevelHierarchy"/>
    <dgm:cxn modelId="{401D1442-ACE2-4783-B7A8-C12A454B0CB6}" type="presParOf" srcId="{C66F8241-D0F4-4AF3-8B1D-AE964BB0E466}" destId="{59855E5D-B9F0-40F4-BC66-07731642C41C}" srcOrd="0" destOrd="0" presId="urn:microsoft.com/office/officeart/2008/layout/HorizontalMultiLevelHierarchy"/>
    <dgm:cxn modelId="{C353C97C-27BC-4E80-A30E-55B1B83FF9DE}" type="presParOf" srcId="{B4A38B65-1FAD-4C42-AEDB-73B85E1610BD}" destId="{39CDF94D-474F-4E36-A3CC-CEF274ACB129}" srcOrd="5" destOrd="0" presId="urn:microsoft.com/office/officeart/2008/layout/HorizontalMultiLevelHierarchy"/>
    <dgm:cxn modelId="{9435700F-A912-4BC5-B26B-C5BC56EE81DE}" type="presParOf" srcId="{39CDF94D-474F-4E36-A3CC-CEF274ACB129}" destId="{E292BA51-4AA4-456F-93A7-561C723C0912}" srcOrd="0" destOrd="0" presId="urn:microsoft.com/office/officeart/2008/layout/HorizontalMultiLevelHierarchy"/>
    <dgm:cxn modelId="{5B02B812-742F-4AEC-87F8-A6DC9392E60C}" type="presParOf" srcId="{39CDF94D-474F-4E36-A3CC-CEF274ACB129}" destId="{F28F52A0-0D33-4F67-827B-50A4A31F1EF0}" srcOrd="1" destOrd="0" presId="urn:microsoft.com/office/officeart/2008/layout/HorizontalMultiLevelHierarchy"/>
    <dgm:cxn modelId="{5585C744-BBC7-4492-9C44-DAEAC9ACA94B}" type="presParOf" srcId="{B4A38B65-1FAD-4C42-AEDB-73B85E1610BD}" destId="{1C2547D1-9FCA-42E8-BCD2-AE9DC2FF40F6}" srcOrd="6" destOrd="0" presId="urn:microsoft.com/office/officeart/2008/layout/HorizontalMultiLevelHierarchy"/>
    <dgm:cxn modelId="{E42A2B4F-B733-449B-9A11-059FEC6FB884}" type="presParOf" srcId="{1C2547D1-9FCA-42E8-BCD2-AE9DC2FF40F6}" destId="{B1F43657-3FD8-4DA4-A164-30C7991B4EED}" srcOrd="0" destOrd="0" presId="urn:microsoft.com/office/officeart/2008/layout/HorizontalMultiLevelHierarchy"/>
    <dgm:cxn modelId="{12951BBA-2669-4F63-BF5F-26B26AAC12EB}" type="presParOf" srcId="{B4A38B65-1FAD-4C42-AEDB-73B85E1610BD}" destId="{A21AD501-85D9-46D1-83E8-BB2C4B2C5AFF}" srcOrd="7" destOrd="0" presId="urn:microsoft.com/office/officeart/2008/layout/HorizontalMultiLevelHierarchy"/>
    <dgm:cxn modelId="{ABD681BC-367C-48E8-9C36-D97AD2531DCA}" type="presParOf" srcId="{A21AD501-85D9-46D1-83E8-BB2C4B2C5AFF}" destId="{3EA2F260-9C14-4343-A0F5-5F8EDB772ED1}" srcOrd="0" destOrd="0" presId="urn:microsoft.com/office/officeart/2008/layout/HorizontalMultiLevelHierarchy"/>
    <dgm:cxn modelId="{BBC3A5E2-34B6-4793-BAB4-6354B86A840D}" type="presParOf" srcId="{A21AD501-85D9-46D1-83E8-BB2C4B2C5AFF}" destId="{48EE8FE9-5A1F-4CE4-B3A2-D5E9C56AB6D3}" srcOrd="1" destOrd="0" presId="urn:microsoft.com/office/officeart/2008/layout/HorizontalMultiLevelHierarchy"/>
    <dgm:cxn modelId="{57BBA944-B2EF-4920-A5EE-A14D581D3263}" type="presParOf" srcId="{B4A38B65-1FAD-4C42-AEDB-73B85E1610BD}" destId="{18D13227-7C1C-411F-A346-A9BF7495C0C4}" srcOrd="8" destOrd="0" presId="urn:microsoft.com/office/officeart/2008/layout/HorizontalMultiLevelHierarchy"/>
    <dgm:cxn modelId="{E582566C-3B72-4EE3-97A0-B167A5AF2886}" type="presParOf" srcId="{18D13227-7C1C-411F-A346-A9BF7495C0C4}" destId="{02F6841F-55DB-4205-964C-28BCD76BA1C2}" srcOrd="0" destOrd="0" presId="urn:microsoft.com/office/officeart/2008/layout/HorizontalMultiLevelHierarchy"/>
    <dgm:cxn modelId="{7D75A676-8672-493B-AEDA-62B3267A22A1}" type="presParOf" srcId="{B4A38B65-1FAD-4C42-AEDB-73B85E1610BD}" destId="{7C55F811-F7E6-4318-969B-CB0A5EFB3FEE}" srcOrd="9" destOrd="0" presId="urn:microsoft.com/office/officeart/2008/layout/HorizontalMultiLevelHierarchy"/>
    <dgm:cxn modelId="{7B129D11-F37F-46F1-8943-DC5AFCD703DC}" type="presParOf" srcId="{7C55F811-F7E6-4318-969B-CB0A5EFB3FEE}" destId="{54C0CAAD-50BB-40EA-BDA7-C42301FDA615}" srcOrd="0" destOrd="0" presId="urn:microsoft.com/office/officeart/2008/layout/HorizontalMultiLevelHierarchy"/>
    <dgm:cxn modelId="{D06E25ED-3B22-4C84-BC73-B28D16D444EC}" type="presParOf" srcId="{7C55F811-F7E6-4318-969B-CB0A5EFB3FEE}" destId="{40F9E164-80E0-48DC-AB1B-20C747AFB806}" srcOrd="1" destOrd="0" presId="urn:microsoft.com/office/officeart/2008/layout/HorizontalMultiLevelHierarchy"/>
    <dgm:cxn modelId="{A5E9154A-46E1-4A01-9B4F-06EFB4DCDB13}" type="presParOf" srcId="{B4A38B65-1FAD-4C42-AEDB-73B85E1610BD}" destId="{B53052DA-1B56-4E2E-85ED-EE31C5340C55}" srcOrd="10" destOrd="0" presId="urn:microsoft.com/office/officeart/2008/layout/HorizontalMultiLevelHierarchy"/>
    <dgm:cxn modelId="{44C90807-DAF0-46A9-A16D-FCA1A0010EED}" type="presParOf" srcId="{B53052DA-1B56-4E2E-85ED-EE31C5340C55}" destId="{95164D39-C1B4-4776-AA09-42B5FD404D0F}" srcOrd="0" destOrd="0" presId="urn:microsoft.com/office/officeart/2008/layout/HorizontalMultiLevelHierarchy"/>
    <dgm:cxn modelId="{D7B521D8-182F-4D96-A88C-7144E5245E79}" type="presParOf" srcId="{B4A38B65-1FAD-4C42-AEDB-73B85E1610BD}" destId="{75D81D2A-DAE5-4D0B-B351-7A2212843C57}" srcOrd="11" destOrd="0" presId="urn:microsoft.com/office/officeart/2008/layout/HorizontalMultiLevelHierarchy"/>
    <dgm:cxn modelId="{5FD0C405-1F4B-454B-9343-BD8285AC7540}" type="presParOf" srcId="{75D81D2A-DAE5-4D0B-B351-7A2212843C57}" destId="{62C06B91-1EC0-4E36-B354-9BE47BB0B2ED}" srcOrd="0" destOrd="0" presId="urn:microsoft.com/office/officeart/2008/layout/HorizontalMultiLevelHierarchy"/>
    <dgm:cxn modelId="{14B353CF-3DEC-4637-95C3-6673798703C8}" type="presParOf" srcId="{75D81D2A-DAE5-4D0B-B351-7A2212843C57}" destId="{4B3E43D9-9DC8-4B3B-B7C7-77D2439A41F5}" srcOrd="1" destOrd="0" presId="urn:microsoft.com/office/officeart/2008/layout/HorizontalMultiLevelHierarchy"/>
    <dgm:cxn modelId="{093D030E-AECD-470E-9D5C-CF072E0B511C}" type="presParOf" srcId="{B4A38B65-1FAD-4C42-AEDB-73B85E1610BD}" destId="{9CB286A4-9790-4BAF-B1D5-3DAF8CE786FD}" srcOrd="12" destOrd="0" presId="urn:microsoft.com/office/officeart/2008/layout/HorizontalMultiLevelHierarchy"/>
    <dgm:cxn modelId="{823509B4-9735-48AF-B9A8-0DB504E2A480}" type="presParOf" srcId="{9CB286A4-9790-4BAF-B1D5-3DAF8CE786FD}" destId="{FEF48C4D-8866-4361-92A8-0B9F07473C64}" srcOrd="0" destOrd="0" presId="urn:microsoft.com/office/officeart/2008/layout/HorizontalMultiLevelHierarchy"/>
    <dgm:cxn modelId="{C3B03970-977B-43FD-8EC5-F659A25607AA}" type="presParOf" srcId="{B4A38B65-1FAD-4C42-AEDB-73B85E1610BD}" destId="{0AA45C66-58F7-46CD-A853-5340D02E3BA0}" srcOrd="13" destOrd="0" presId="urn:microsoft.com/office/officeart/2008/layout/HorizontalMultiLevelHierarchy"/>
    <dgm:cxn modelId="{DDFD4C83-200F-4556-A4B6-51BBCD909FED}" type="presParOf" srcId="{0AA45C66-58F7-46CD-A853-5340D02E3BA0}" destId="{6C5E0A36-6ECD-4320-9248-3DFAA4D268C1}" srcOrd="0" destOrd="0" presId="urn:microsoft.com/office/officeart/2008/layout/HorizontalMultiLevelHierarchy"/>
    <dgm:cxn modelId="{3A51DA0C-972C-40DA-95CE-4F299AB2D586}" type="presParOf" srcId="{0AA45C66-58F7-46CD-A853-5340D02E3BA0}" destId="{1C5CE87C-0C8B-44E4-A4AE-16DA1470C5B5}" srcOrd="1" destOrd="0" presId="urn:microsoft.com/office/officeart/2008/layout/HorizontalMultiLevelHierarchy"/>
    <dgm:cxn modelId="{500848E9-54B4-4A4E-AECB-F9A3940D4992}" type="presParOf" srcId="{B4A38B65-1FAD-4C42-AEDB-73B85E1610BD}" destId="{A6C4E5FE-AC7B-4401-A1ED-3A26DCE2FA7A}" srcOrd="14" destOrd="0" presId="urn:microsoft.com/office/officeart/2008/layout/HorizontalMultiLevelHierarchy"/>
    <dgm:cxn modelId="{6A4DCE73-69C2-42C4-975F-5513EF8AEA56}" type="presParOf" srcId="{A6C4E5FE-AC7B-4401-A1ED-3A26DCE2FA7A}" destId="{3CC6B110-1C19-46F0-8C43-04666A2AE91D}" srcOrd="0" destOrd="0" presId="urn:microsoft.com/office/officeart/2008/layout/HorizontalMultiLevelHierarchy"/>
    <dgm:cxn modelId="{5C666338-B51D-406F-BC5E-A03449868A35}" type="presParOf" srcId="{B4A38B65-1FAD-4C42-AEDB-73B85E1610BD}" destId="{F1F2AF8A-E386-4DA4-882D-2A02DF028AD4}" srcOrd="15" destOrd="0" presId="urn:microsoft.com/office/officeart/2008/layout/HorizontalMultiLevelHierarchy"/>
    <dgm:cxn modelId="{EC7E38F7-A37F-4AE4-AE7A-ACD4471E8371}" type="presParOf" srcId="{F1F2AF8A-E386-4DA4-882D-2A02DF028AD4}" destId="{F1C9B5B5-E38F-4BD7-A68F-7251147200F0}" srcOrd="0" destOrd="0" presId="urn:microsoft.com/office/officeart/2008/layout/HorizontalMultiLevelHierarchy"/>
    <dgm:cxn modelId="{EFB9F243-C4EF-407D-9A71-FECAABF8D17F}" type="presParOf" srcId="{F1F2AF8A-E386-4DA4-882D-2A02DF028AD4}" destId="{5A29EAB6-0B9E-40B4-A6CB-C6A77707020A}" srcOrd="1" destOrd="0" presId="urn:microsoft.com/office/officeart/2008/layout/HorizontalMultiLevelHierarchy"/>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D0CC02-B862-4E38-90A8-D5FD8791E050}" type="doc">
      <dgm:prSet loTypeId="urn:microsoft.com/office/officeart/2005/8/layout/bProcess3" loCatId="process" qsTypeId="urn:microsoft.com/office/officeart/2005/8/quickstyle/simple5" qsCatId="simple" csTypeId="urn:microsoft.com/office/officeart/2005/8/colors/accent1_2" csCatId="accent1" phldr="1"/>
      <dgm:spPr/>
      <dgm:t>
        <a:bodyPr/>
        <a:lstStyle/>
        <a:p>
          <a:endParaRPr lang="en-US"/>
        </a:p>
      </dgm:t>
    </dgm:pt>
    <dgm:pt modelId="{89C25761-ACF7-47AC-8A89-3F18661385BD}">
      <dgm:prSet phldrT="[Text]" custT="1"/>
      <dgm:spPr/>
      <dgm:t>
        <a:bodyPr/>
        <a:lstStyle/>
        <a:p>
          <a:r>
            <a:rPr lang="en-US" sz="1800" dirty="0">
              <a:solidFill>
                <a:schemeClr val="tx1"/>
              </a:solidFill>
            </a:rPr>
            <a:t>1. Embedding Layer</a:t>
          </a:r>
          <a:endParaRPr lang="ar-SY" sz="1800" dirty="0">
            <a:solidFill>
              <a:schemeClr val="tx1"/>
            </a:solidFill>
          </a:endParaRPr>
        </a:p>
      </dgm:t>
    </dgm:pt>
    <dgm:pt modelId="{DFFFB498-D71B-4308-AB43-0CC34E8BFF65}" type="parTrans" cxnId="{8E1B1D6C-E4A5-4A5D-B5AE-5D85C40AC12F}">
      <dgm:prSet/>
      <dgm:spPr/>
      <dgm:t>
        <a:bodyPr/>
        <a:lstStyle/>
        <a:p>
          <a:endParaRPr lang="en-US" sz="6000">
            <a:solidFill>
              <a:schemeClr val="tx1"/>
            </a:solidFill>
          </a:endParaRPr>
        </a:p>
      </dgm:t>
    </dgm:pt>
    <dgm:pt modelId="{1FA57EA2-E186-4508-A00B-6D99EC927261}" type="sibTrans" cxnId="{8E1B1D6C-E4A5-4A5D-B5AE-5D85C40AC12F}">
      <dgm:prSet custT="1"/>
      <dgm:spPr/>
      <dgm:t>
        <a:bodyPr/>
        <a:lstStyle/>
        <a:p>
          <a:endParaRPr lang="en-US" sz="6000">
            <a:solidFill>
              <a:schemeClr val="tx1"/>
            </a:solidFill>
          </a:endParaRPr>
        </a:p>
      </dgm:t>
    </dgm:pt>
    <dgm:pt modelId="{21A7477F-2AC6-43C0-A175-AF796CBDB330}">
      <dgm:prSet phldrT="[Text]" custT="1"/>
      <dgm:spPr/>
      <dgm:t>
        <a:bodyPr/>
        <a:lstStyle/>
        <a:p>
          <a:r>
            <a:rPr lang="en-US" sz="1800" dirty="0">
              <a:solidFill>
                <a:schemeClr val="tx1"/>
              </a:solidFill>
            </a:rPr>
            <a:t>2. Spatial Dropout Layer</a:t>
          </a:r>
        </a:p>
      </dgm:t>
    </dgm:pt>
    <dgm:pt modelId="{61E3D31D-4ABA-4C46-ACCC-2B0F003B7BF7}" type="parTrans" cxnId="{F912C925-40A4-4F4E-83F3-42C6CAA710CB}">
      <dgm:prSet/>
      <dgm:spPr/>
      <dgm:t>
        <a:bodyPr/>
        <a:lstStyle/>
        <a:p>
          <a:endParaRPr lang="en-US" sz="6000">
            <a:solidFill>
              <a:schemeClr val="tx1"/>
            </a:solidFill>
          </a:endParaRPr>
        </a:p>
      </dgm:t>
    </dgm:pt>
    <dgm:pt modelId="{AA148B54-953C-4542-9E37-F548F18AF047}" type="sibTrans" cxnId="{F912C925-40A4-4F4E-83F3-42C6CAA710CB}">
      <dgm:prSet custT="1"/>
      <dgm:spPr/>
      <dgm:t>
        <a:bodyPr/>
        <a:lstStyle/>
        <a:p>
          <a:endParaRPr lang="en-US" sz="6000">
            <a:solidFill>
              <a:schemeClr val="tx1"/>
            </a:solidFill>
          </a:endParaRPr>
        </a:p>
      </dgm:t>
    </dgm:pt>
    <dgm:pt modelId="{8E464AEA-F583-40FE-BCB0-491BF5EBA8BD}">
      <dgm:prSet phldrT="[Text]" custT="1"/>
      <dgm:spPr/>
      <dgm:t>
        <a:bodyPr/>
        <a:lstStyle/>
        <a:p>
          <a:r>
            <a:rPr lang="en-US" sz="1800" dirty="0">
              <a:solidFill>
                <a:schemeClr val="tx1"/>
              </a:solidFill>
            </a:rPr>
            <a:t>3. Convolutional Layers</a:t>
          </a:r>
        </a:p>
      </dgm:t>
    </dgm:pt>
    <dgm:pt modelId="{38BE1128-84E0-4E8C-808F-3AE58F9149EA}" type="parTrans" cxnId="{BAA90D6E-7D54-4618-9CFF-721F39C8F55C}">
      <dgm:prSet/>
      <dgm:spPr/>
      <dgm:t>
        <a:bodyPr/>
        <a:lstStyle/>
        <a:p>
          <a:endParaRPr lang="en-US" sz="6000">
            <a:solidFill>
              <a:schemeClr val="tx1"/>
            </a:solidFill>
          </a:endParaRPr>
        </a:p>
      </dgm:t>
    </dgm:pt>
    <dgm:pt modelId="{920A7C55-B0F7-43AD-BDC8-02AC7A298F59}" type="sibTrans" cxnId="{BAA90D6E-7D54-4618-9CFF-721F39C8F55C}">
      <dgm:prSet custT="1"/>
      <dgm:spPr/>
      <dgm:t>
        <a:bodyPr/>
        <a:lstStyle/>
        <a:p>
          <a:endParaRPr lang="en-US" sz="6000">
            <a:solidFill>
              <a:schemeClr val="tx1"/>
            </a:solidFill>
          </a:endParaRPr>
        </a:p>
      </dgm:t>
    </dgm:pt>
    <dgm:pt modelId="{C75B14C3-E960-4CB6-8D68-6E9F7B7211E4}">
      <dgm:prSet phldrT="[Text]" custT="1"/>
      <dgm:spPr/>
      <dgm:t>
        <a:bodyPr/>
        <a:lstStyle/>
        <a:p>
          <a:r>
            <a:rPr lang="en-US" sz="1800" dirty="0">
              <a:solidFill>
                <a:schemeClr val="tx1"/>
              </a:solidFill>
            </a:rPr>
            <a:t>4. Max Pooling Layer</a:t>
          </a:r>
        </a:p>
      </dgm:t>
    </dgm:pt>
    <dgm:pt modelId="{51627B27-BFBE-4CE6-8D0C-D85583F0150F}" type="parTrans" cxnId="{BCA0F6A4-92D8-4CCC-AC75-47E5434CBF20}">
      <dgm:prSet/>
      <dgm:spPr/>
      <dgm:t>
        <a:bodyPr/>
        <a:lstStyle/>
        <a:p>
          <a:endParaRPr lang="en-US" sz="6000">
            <a:solidFill>
              <a:schemeClr val="tx1"/>
            </a:solidFill>
          </a:endParaRPr>
        </a:p>
      </dgm:t>
    </dgm:pt>
    <dgm:pt modelId="{F2CB4283-3873-478F-B617-2DDE24CCAB8A}" type="sibTrans" cxnId="{BCA0F6A4-92D8-4CCC-AC75-47E5434CBF20}">
      <dgm:prSet custT="1"/>
      <dgm:spPr/>
      <dgm:t>
        <a:bodyPr/>
        <a:lstStyle/>
        <a:p>
          <a:endParaRPr lang="en-US" sz="6000">
            <a:solidFill>
              <a:schemeClr val="tx1"/>
            </a:solidFill>
          </a:endParaRPr>
        </a:p>
      </dgm:t>
    </dgm:pt>
    <dgm:pt modelId="{66DDAF32-CF02-4FE8-B53B-FA219DFF3600}">
      <dgm:prSet phldrT="[Text]" custT="1"/>
      <dgm:spPr/>
      <dgm:t>
        <a:bodyPr/>
        <a:lstStyle/>
        <a:p>
          <a:r>
            <a:rPr lang="en-US" sz="1800" dirty="0">
              <a:solidFill>
                <a:schemeClr val="tx1"/>
              </a:solidFill>
            </a:rPr>
            <a:t>5. Bidirectional LSTM Layer</a:t>
          </a:r>
        </a:p>
      </dgm:t>
    </dgm:pt>
    <dgm:pt modelId="{690263A8-46CA-48EB-86C0-F9835545FFED}" type="parTrans" cxnId="{12B12CBE-0963-4AFD-BAB3-A3FFD9917F42}">
      <dgm:prSet/>
      <dgm:spPr/>
      <dgm:t>
        <a:bodyPr/>
        <a:lstStyle/>
        <a:p>
          <a:endParaRPr lang="en-US" sz="6000">
            <a:solidFill>
              <a:schemeClr val="tx1"/>
            </a:solidFill>
          </a:endParaRPr>
        </a:p>
      </dgm:t>
    </dgm:pt>
    <dgm:pt modelId="{7CE89067-1051-4615-8131-28C81B8CBDA7}" type="sibTrans" cxnId="{12B12CBE-0963-4AFD-BAB3-A3FFD9917F42}">
      <dgm:prSet custT="1"/>
      <dgm:spPr/>
      <dgm:t>
        <a:bodyPr/>
        <a:lstStyle/>
        <a:p>
          <a:endParaRPr lang="en-US" sz="6000">
            <a:solidFill>
              <a:schemeClr val="tx1"/>
            </a:solidFill>
          </a:endParaRPr>
        </a:p>
      </dgm:t>
    </dgm:pt>
    <dgm:pt modelId="{1492194C-0F45-4772-8B36-780CF0AAF8C8}">
      <dgm:prSet phldrT="[Text]" custT="1"/>
      <dgm:spPr/>
      <dgm:t>
        <a:bodyPr/>
        <a:lstStyle/>
        <a:p>
          <a:r>
            <a:rPr lang="en-US" sz="1800" dirty="0">
              <a:solidFill>
                <a:schemeClr val="tx1"/>
              </a:solidFill>
            </a:rPr>
            <a:t>6. Flatten Layer</a:t>
          </a:r>
        </a:p>
      </dgm:t>
    </dgm:pt>
    <dgm:pt modelId="{F80D87B0-716D-411C-AD59-7BBF0D688DC1}" type="parTrans" cxnId="{758622AC-B16D-4E0E-94B1-32097C66C44E}">
      <dgm:prSet/>
      <dgm:spPr/>
      <dgm:t>
        <a:bodyPr/>
        <a:lstStyle/>
        <a:p>
          <a:endParaRPr lang="en-US" sz="6000">
            <a:solidFill>
              <a:schemeClr val="tx1"/>
            </a:solidFill>
          </a:endParaRPr>
        </a:p>
      </dgm:t>
    </dgm:pt>
    <dgm:pt modelId="{8167F621-4F96-43D0-9D97-E7D79C632BC6}" type="sibTrans" cxnId="{758622AC-B16D-4E0E-94B1-32097C66C44E}">
      <dgm:prSet custT="1"/>
      <dgm:spPr/>
      <dgm:t>
        <a:bodyPr/>
        <a:lstStyle/>
        <a:p>
          <a:endParaRPr lang="en-US" sz="6000">
            <a:solidFill>
              <a:schemeClr val="tx1"/>
            </a:solidFill>
          </a:endParaRPr>
        </a:p>
      </dgm:t>
    </dgm:pt>
    <dgm:pt modelId="{388617AE-1513-4794-8B6E-3BEE5B867620}">
      <dgm:prSet phldrT="[Text]" custT="1"/>
      <dgm:spPr/>
      <dgm:t>
        <a:bodyPr/>
        <a:lstStyle/>
        <a:p>
          <a:r>
            <a:rPr lang="en-US" sz="1800" dirty="0">
              <a:solidFill>
                <a:schemeClr val="tx1"/>
              </a:solidFill>
            </a:rPr>
            <a:t>7. Dense Layer</a:t>
          </a:r>
        </a:p>
      </dgm:t>
    </dgm:pt>
    <dgm:pt modelId="{B443AE70-75D2-433F-BDDB-E52C865314BD}" type="parTrans" cxnId="{BC1824D9-C5F6-4E9E-8D42-D69C8710C714}">
      <dgm:prSet/>
      <dgm:spPr/>
      <dgm:t>
        <a:bodyPr/>
        <a:lstStyle/>
        <a:p>
          <a:endParaRPr lang="en-US" sz="6000">
            <a:solidFill>
              <a:schemeClr val="tx1"/>
            </a:solidFill>
          </a:endParaRPr>
        </a:p>
      </dgm:t>
    </dgm:pt>
    <dgm:pt modelId="{D59021CB-754B-4AB4-9140-195C32385C6A}" type="sibTrans" cxnId="{BC1824D9-C5F6-4E9E-8D42-D69C8710C714}">
      <dgm:prSet custT="1"/>
      <dgm:spPr/>
      <dgm:t>
        <a:bodyPr/>
        <a:lstStyle/>
        <a:p>
          <a:endParaRPr lang="en-US" sz="6000">
            <a:solidFill>
              <a:schemeClr val="tx1"/>
            </a:solidFill>
          </a:endParaRPr>
        </a:p>
      </dgm:t>
    </dgm:pt>
    <dgm:pt modelId="{B8963C9F-37E9-4DDF-B5D5-89DB4B5362DA}">
      <dgm:prSet phldrT="[Text]" custT="1"/>
      <dgm:spPr/>
      <dgm:t>
        <a:bodyPr/>
        <a:lstStyle/>
        <a:p>
          <a:r>
            <a:rPr lang="en-US" sz="1800" dirty="0">
              <a:solidFill>
                <a:schemeClr val="tx1"/>
              </a:solidFill>
            </a:rPr>
            <a:t> 8. Dropout</a:t>
          </a:r>
          <a:r>
            <a:rPr lang="ar-SY" sz="1800" dirty="0">
              <a:solidFill>
                <a:schemeClr val="tx1"/>
              </a:solidFill>
            </a:rPr>
            <a:t> </a:t>
          </a:r>
          <a:r>
            <a:rPr lang="en-US" sz="1800" dirty="0">
              <a:solidFill>
                <a:schemeClr val="tx1"/>
              </a:solidFill>
            </a:rPr>
            <a:t>Layer</a:t>
          </a:r>
        </a:p>
      </dgm:t>
    </dgm:pt>
    <dgm:pt modelId="{099B7057-E896-4B2A-A361-0060568F2287}" type="parTrans" cxnId="{71D817B3-10C6-45AB-A66F-4C920B5A4B00}">
      <dgm:prSet/>
      <dgm:spPr/>
      <dgm:t>
        <a:bodyPr/>
        <a:lstStyle/>
        <a:p>
          <a:endParaRPr lang="en-US" sz="6000">
            <a:solidFill>
              <a:schemeClr val="tx1"/>
            </a:solidFill>
          </a:endParaRPr>
        </a:p>
      </dgm:t>
    </dgm:pt>
    <dgm:pt modelId="{5F9F611D-D635-491B-803A-06F3392AB3E7}" type="sibTrans" cxnId="{71D817B3-10C6-45AB-A66F-4C920B5A4B00}">
      <dgm:prSet custT="1"/>
      <dgm:spPr/>
      <dgm:t>
        <a:bodyPr/>
        <a:lstStyle/>
        <a:p>
          <a:endParaRPr lang="en-US" sz="6000">
            <a:solidFill>
              <a:schemeClr val="tx1"/>
            </a:solidFill>
          </a:endParaRPr>
        </a:p>
      </dgm:t>
    </dgm:pt>
    <dgm:pt modelId="{2AA1FAD3-4A6F-422A-98D8-79871014E678}">
      <dgm:prSet phldrT="[Text]" custT="1"/>
      <dgm:spPr/>
      <dgm:t>
        <a:bodyPr/>
        <a:lstStyle/>
        <a:p>
          <a:r>
            <a:rPr lang="en-US" sz="1800" dirty="0">
              <a:solidFill>
                <a:schemeClr val="tx1"/>
              </a:solidFill>
            </a:rPr>
            <a:t>9. Final Dense Layer</a:t>
          </a:r>
        </a:p>
      </dgm:t>
    </dgm:pt>
    <dgm:pt modelId="{3D4AF61D-4FD2-4F49-ABCB-34B422C6AAC2}" type="parTrans" cxnId="{7183FAF3-85E3-4D2D-BEE0-760D5E92F8E1}">
      <dgm:prSet/>
      <dgm:spPr/>
      <dgm:t>
        <a:bodyPr/>
        <a:lstStyle/>
        <a:p>
          <a:endParaRPr lang="en-US" sz="6000">
            <a:solidFill>
              <a:schemeClr val="tx1"/>
            </a:solidFill>
          </a:endParaRPr>
        </a:p>
      </dgm:t>
    </dgm:pt>
    <dgm:pt modelId="{D3307BF0-B2E3-4F85-B0EE-BBB56E31FE37}" type="sibTrans" cxnId="{7183FAF3-85E3-4D2D-BEE0-760D5E92F8E1}">
      <dgm:prSet/>
      <dgm:spPr/>
      <dgm:t>
        <a:bodyPr/>
        <a:lstStyle/>
        <a:p>
          <a:endParaRPr lang="en-US" sz="6000">
            <a:solidFill>
              <a:schemeClr val="tx1"/>
            </a:solidFill>
          </a:endParaRPr>
        </a:p>
      </dgm:t>
    </dgm:pt>
    <dgm:pt modelId="{2C13F561-0D8A-4F07-8FE8-2E710528AD17}" type="pres">
      <dgm:prSet presAssocID="{98D0CC02-B862-4E38-90A8-D5FD8791E050}" presName="Name0" presStyleCnt="0">
        <dgm:presLayoutVars>
          <dgm:dir/>
          <dgm:resizeHandles val="exact"/>
        </dgm:presLayoutVars>
      </dgm:prSet>
      <dgm:spPr/>
    </dgm:pt>
    <dgm:pt modelId="{F7AAAE45-69C0-4829-AAF2-4BCFC7D8706D}" type="pres">
      <dgm:prSet presAssocID="{89C25761-ACF7-47AC-8A89-3F18661385BD}" presName="node" presStyleLbl="node1" presStyleIdx="0" presStyleCnt="9">
        <dgm:presLayoutVars>
          <dgm:bulletEnabled val="1"/>
        </dgm:presLayoutVars>
      </dgm:prSet>
      <dgm:spPr/>
    </dgm:pt>
    <dgm:pt modelId="{62BE9DE0-1753-4B84-832E-F6C291960713}" type="pres">
      <dgm:prSet presAssocID="{1FA57EA2-E186-4508-A00B-6D99EC927261}" presName="sibTrans" presStyleLbl="sibTrans1D1" presStyleIdx="0" presStyleCnt="8"/>
      <dgm:spPr/>
    </dgm:pt>
    <dgm:pt modelId="{7786BC7D-F2EC-41D2-B3F9-010B4AB728B6}" type="pres">
      <dgm:prSet presAssocID="{1FA57EA2-E186-4508-A00B-6D99EC927261}" presName="connectorText" presStyleLbl="sibTrans1D1" presStyleIdx="0" presStyleCnt="8"/>
      <dgm:spPr/>
    </dgm:pt>
    <dgm:pt modelId="{302EFAA1-4DF4-4B13-865E-24E1267E70AB}" type="pres">
      <dgm:prSet presAssocID="{21A7477F-2AC6-43C0-A175-AF796CBDB330}" presName="node" presStyleLbl="node1" presStyleIdx="1" presStyleCnt="9">
        <dgm:presLayoutVars>
          <dgm:bulletEnabled val="1"/>
        </dgm:presLayoutVars>
      </dgm:prSet>
      <dgm:spPr/>
    </dgm:pt>
    <dgm:pt modelId="{3944BAA0-E0EB-410B-9B80-9F1AC3AC3E8D}" type="pres">
      <dgm:prSet presAssocID="{AA148B54-953C-4542-9E37-F548F18AF047}" presName="sibTrans" presStyleLbl="sibTrans1D1" presStyleIdx="1" presStyleCnt="8"/>
      <dgm:spPr/>
    </dgm:pt>
    <dgm:pt modelId="{72437B81-2C3B-4F67-A08E-DA71E5A73AF8}" type="pres">
      <dgm:prSet presAssocID="{AA148B54-953C-4542-9E37-F548F18AF047}" presName="connectorText" presStyleLbl="sibTrans1D1" presStyleIdx="1" presStyleCnt="8"/>
      <dgm:spPr/>
    </dgm:pt>
    <dgm:pt modelId="{2E41D84C-A5ED-4242-930D-FC3275026060}" type="pres">
      <dgm:prSet presAssocID="{8E464AEA-F583-40FE-BCB0-491BF5EBA8BD}" presName="node" presStyleLbl="node1" presStyleIdx="2" presStyleCnt="9">
        <dgm:presLayoutVars>
          <dgm:bulletEnabled val="1"/>
        </dgm:presLayoutVars>
      </dgm:prSet>
      <dgm:spPr/>
    </dgm:pt>
    <dgm:pt modelId="{922F399C-BC6C-433E-93A3-5E62557AD563}" type="pres">
      <dgm:prSet presAssocID="{920A7C55-B0F7-43AD-BDC8-02AC7A298F59}" presName="sibTrans" presStyleLbl="sibTrans1D1" presStyleIdx="2" presStyleCnt="8"/>
      <dgm:spPr/>
    </dgm:pt>
    <dgm:pt modelId="{669D6F39-52A6-4196-9EE8-8F73ACD73488}" type="pres">
      <dgm:prSet presAssocID="{920A7C55-B0F7-43AD-BDC8-02AC7A298F59}" presName="connectorText" presStyleLbl="sibTrans1D1" presStyleIdx="2" presStyleCnt="8"/>
      <dgm:spPr/>
    </dgm:pt>
    <dgm:pt modelId="{2E07E33C-FC80-4B6E-AC34-854F13A140E2}" type="pres">
      <dgm:prSet presAssocID="{C75B14C3-E960-4CB6-8D68-6E9F7B7211E4}" presName="node" presStyleLbl="node1" presStyleIdx="3" presStyleCnt="9">
        <dgm:presLayoutVars>
          <dgm:bulletEnabled val="1"/>
        </dgm:presLayoutVars>
      </dgm:prSet>
      <dgm:spPr/>
    </dgm:pt>
    <dgm:pt modelId="{453CD896-AED3-440D-9ECF-C95E425B26AD}" type="pres">
      <dgm:prSet presAssocID="{F2CB4283-3873-478F-B617-2DDE24CCAB8A}" presName="sibTrans" presStyleLbl="sibTrans1D1" presStyleIdx="3" presStyleCnt="8"/>
      <dgm:spPr/>
    </dgm:pt>
    <dgm:pt modelId="{BB573894-2195-4385-8E9E-E213159195E2}" type="pres">
      <dgm:prSet presAssocID="{F2CB4283-3873-478F-B617-2DDE24CCAB8A}" presName="connectorText" presStyleLbl="sibTrans1D1" presStyleIdx="3" presStyleCnt="8"/>
      <dgm:spPr/>
    </dgm:pt>
    <dgm:pt modelId="{47647BAE-27F4-4EB7-B0FD-265E8323C186}" type="pres">
      <dgm:prSet presAssocID="{66DDAF32-CF02-4FE8-B53B-FA219DFF3600}" presName="node" presStyleLbl="node1" presStyleIdx="4" presStyleCnt="9">
        <dgm:presLayoutVars>
          <dgm:bulletEnabled val="1"/>
        </dgm:presLayoutVars>
      </dgm:prSet>
      <dgm:spPr/>
    </dgm:pt>
    <dgm:pt modelId="{E7DA344A-AAFC-4218-9055-B2A1587329D8}" type="pres">
      <dgm:prSet presAssocID="{7CE89067-1051-4615-8131-28C81B8CBDA7}" presName="sibTrans" presStyleLbl="sibTrans1D1" presStyleIdx="4" presStyleCnt="8"/>
      <dgm:spPr/>
    </dgm:pt>
    <dgm:pt modelId="{69499AAB-4102-41D7-9E79-780BB2794B06}" type="pres">
      <dgm:prSet presAssocID="{7CE89067-1051-4615-8131-28C81B8CBDA7}" presName="connectorText" presStyleLbl="sibTrans1D1" presStyleIdx="4" presStyleCnt="8"/>
      <dgm:spPr/>
    </dgm:pt>
    <dgm:pt modelId="{8A42FC0C-09B2-4F16-B52D-BAC15770A06C}" type="pres">
      <dgm:prSet presAssocID="{1492194C-0F45-4772-8B36-780CF0AAF8C8}" presName="node" presStyleLbl="node1" presStyleIdx="5" presStyleCnt="9">
        <dgm:presLayoutVars>
          <dgm:bulletEnabled val="1"/>
        </dgm:presLayoutVars>
      </dgm:prSet>
      <dgm:spPr/>
    </dgm:pt>
    <dgm:pt modelId="{A9D8A683-1806-496C-B653-99E4009AC17A}" type="pres">
      <dgm:prSet presAssocID="{8167F621-4F96-43D0-9D97-E7D79C632BC6}" presName="sibTrans" presStyleLbl="sibTrans1D1" presStyleIdx="5" presStyleCnt="8"/>
      <dgm:spPr/>
    </dgm:pt>
    <dgm:pt modelId="{59187254-F0B7-47AD-81A5-C673B74217F2}" type="pres">
      <dgm:prSet presAssocID="{8167F621-4F96-43D0-9D97-E7D79C632BC6}" presName="connectorText" presStyleLbl="sibTrans1D1" presStyleIdx="5" presStyleCnt="8"/>
      <dgm:spPr/>
    </dgm:pt>
    <dgm:pt modelId="{C72273EC-F7FA-4AF1-AA9D-93D1FC31E9DF}" type="pres">
      <dgm:prSet presAssocID="{388617AE-1513-4794-8B6E-3BEE5B867620}" presName="node" presStyleLbl="node1" presStyleIdx="6" presStyleCnt="9">
        <dgm:presLayoutVars>
          <dgm:bulletEnabled val="1"/>
        </dgm:presLayoutVars>
      </dgm:prSet>
      <dgm:spPr/>
    </dgm:pt>
    <dgm:pt modelId="{A3A70333-189B-4E8E-A1FF-7C22E6696CBC}" type="pres">
      <dgm:prSet presAssocID="{D59021CB-754B-4AB4-9140-195C32385C6A}" presName="sibTrans" presStyleLbl="sibTrans1D1" presStyleIdx="6" presStyleCnt="8"/>
      <dgm:spPr/>
    </dgm:pt>
    <dgm:pt modelId="{7B6E9178-8451-434C-9B54-FD34327B1C53}" type="pres">
      <dgm:prSet presAssocID="{D59021CB-754B-4AB4-9140-195C32385C6A}" presName="connectorText" presStyleLbl="sibTrans1D1" presStyleIdx="6" presStyleCnt="8"/>
      <dgm:spPr/>
    </dgm:pt>
    <dgm:pt modelId="{B8EF3E9E-6435-4646-9CD3-784A7B73C7DE}" type="pres">
      <dgm:prSet presAssocID="{B8963C9F-37E9-4DDF-B5D5-89DB4B5362DA}" presName="node" presStyleLbl="node1" presStyleIdx="7" presStyleCnt="9">
        <dgm:presLayoutVars>
          <dgm:bulletEnabled val="1"/>
        </dgm:presLayoutVars>
      </dgm:prSet>
      <dgm:spPr/>
    </dgm:pt>
    <dgm:pt modelId="{B80211A8-7044-4394-9CF6-2FB6EB657F3C}" type="pres">
      <dgm:prSet presAssocID="{5F9F611D-D635-491B-803A-06F3392AB3E7}" presName="sibTrans" presStyleLbl="sibTrans1D1" presStyleIdx="7" presStyleCnt="8"/>
      <dgm:spPr/>
    </dgm:pt>
    <dgm:pt modelId="{956A7DFE-9400-4A6F-A432-AD433255A0F1}" type="pres">
      <dgm:prSet presAssocID="{5F9F611D-D635-491B-803A-06F3392AB3E7}" presName="connectorText" presStyleLbl="sibTrans1D1" presStyleIdx="7" presStyleCnt="8"/>
      <dgm:spPr/>
    </dgm:pt>
    <dgm:pt modelId="{8927BC3B-9DDC-412A-B819-20F5AA640F8B}" type="pres">
      <dgm:prSet presAssocID="{2AA1FAD3-4A6F-422A-98D8-79871014E678}" presName="node" presStyleLbl="node1" presStyleIdx="8" presStyleCnt="9">
        <dgm:presLayoutVars>
          <dgm:bulletEnabled val="1"/>
        </dgm:presLayoutVars>
      </dgm:prSet>
      <dgm:spPr/>
    </dgm:pt>
  </dgm:ptLst>
  <dgm:cxnLst>
    <dgm:cxn modelId="{DF8DF100-5224-45E6-BE69-CC8473A75E99}" type="presOf" srcId="{1FA57EA2-E186-4508-A00B-6D99EC927261}" destId="{62BE9DE0-1753-4B84-832E-F6C291960713}" srcOrd="0" destOrd="0" presId="urn:microsoft.com/office/officeart/2005/8/layout/bProcess3"/>
    <dgm:cxn modelId="{18B3F300-A87C-480A-B856-F46E82FECE35}" type="presOf" srcId="{F2CB4283-3873-478F-B617-2DDE24CCAB8A}" destId="{BB573894-2195-4385-8E9E-E213159195E2}" srcOrd="1" destOrd="0" presId="urn:microsoft.com/office/officeart/2005/8/layout/bProcess3"/>
    <dgm:cxn modelId="{38A1EB17-5EEA-409C-A46D-6A4ABEA3FA18}" type="presOf" srcId="{1492194C-0F45-4772-8B36-780CF0AAF8C8}" destId="{8A42FC0C-09B2-4F16-B52D-BAC15770A06C}" srcOrd="0" destOrd="0" presId="urn:microsoft.com/office/officeart/2005/8/layout/bProcess3"/>
    <dgm:cxn modelId="{F912C925-40A4-4F4E-83F3-42C6CAA710CB}" srcId="{98D0CC02-B862-4E38-90A8-D5FD8791E050}" destId="{21A7477F-2AC6-43C0-A175-AF796CBDB330}" srcOrd="1" destOrd="0" parTransId="{61E3D31D-4ABA-4C46-ACCC-2B0F003B7BF7}" sibTransId="{AA148B54-953C-4542-9E37-F548F18AF047}"/>
    <dgm:cxn modelId="{66AA0926-1354-476A-8253-282F18C55561}" type="presOf" srcId="{2AA1FAD3-4A6F-422A-98D8-79871014E678}" destId="{8927BC3B-9DDC-412A-B819-20F5AA640F8B}" srcOrd="0" destOrd="0" presId="urn:microsoft.com/office/officeart/2005/8/layout/bProcess3"/>
    <dgm:cxn modelId="{98EF642B-BEC3-4D42-A0A1-11A5B6165A16}" type="presOf" srcId="{89C25761-ACF7-47AC-8A89-3F18661385BD}" destId="{F7AAAE45-69C0-4829-AAF2-4BCFC7D8706D}" srcOrd="0" destOrd="0" presId="urn:microsoft.com/office/officeart/2005/8/layout/bProcess3"/>
    <dgm:cxn modelId="{EB40E933-CE63-45E7-9110-5B452B4395A4}" type="presOf" srcId="{C75B14C3-E960-4CB6-8D68-6E9F7B7211E4}" destId="{2E07E33C-FC80-4B6E-AC34-854F13A140E2}" srcOrd="0" destOrd="0" presId="urn:microsoft.com/office/officeart/2005/8/layout/bProcess3"/>
    <dgm:cxn modelId="{25007234-6F44-45D3-9B85-AFB325052D55}" type="presOf" srcId="{8167F621-4F96-43D0-9D97-E7D79C632BC6}" destId="{59187254-F0B7-47AD-81A5-C673B74217F2}" srcOrd="1" destOrd="0" presId="urn:microsoft.com/office/officeart/2005/8/layout/bProcess3"/>
    <dgm:cxn modelId="{B119BA5C-476B-45F7-9C44-DB1A540E7257}" type="presOf" srcId="{98D0CC02-B862-4E38-90A8-D5FD8791E050}" destId="{2C13F561-0D8A-4F07-8FE8-2E710528AD17}" srcOrd="0" destOrd="0" presId="urn:microsoft.com/office/officeart/2005/8/layout/bProcess3"/>
    <dgm:cxn modelId="{4AB76448-EC23-4C8F-97B1-706E51698E56}" type="presOf" srcId="{7CE89067-1051-4615-8131-28C81B8CBDA7}" destId="{E7DA344A-AAFC-4218-9055-B2A1587329D8}" srcOrd="0" destOrd="0" presId="urn:microsoft.com/office/officeart/2005/8/layout/bProcess3"/>
    <dgm:cxn modelId="{B92B5D4A-82B1-4F2B-B281-5B60FE51F8E2}" type="presOf" srcId="{AA148B54-953C-4542-9E37-F548F18AF047}" destId="{3944BAA0-E0EB-410B-9B80-9F1AC3AC3E8D}" srcOrd="0" destOrd="0" presId="urn:microsoft.com/office/officeart/2005/8/layout/bProcess3"/>
    <dgm:cxn modelId="{8E1B1D6C-E4A5-4A5D-B5AE-5D85C40AC12F}" srcId="{98D0CC02-B862-4E38-90A8-D5FD8791E050}" destId="{89C25761-ACF7-47AC-8A89-3F18661385BD}" srcOrd="0" destOrd="0" parTransId="{DFFFB498-D71B-4308-AB43-0CC34E8BFF65}" sibTransId="{1FA57EA2-E186-4508-A00B-6D99EC927261}"/>
    <dgm:cxn modelId="{BAA90D6E-7D54-4618-9CFF-721F39C8F55C}" srcId="{98D0CC02-B862-4E38-90A8-D5FD8791E050}" destId="{8E464AEA-F583-40FE-BCB0-491BF5EBA8BD}" srcOrd="2" destOrd="0" parTransId="{38BE1128-84E0-4E8C-808F-3AE58F9149EA}" sibTransId="{920A7C55-B0F7-43AD-BDC8-02AC7A298F59}"/>
    <dgm:cxn modelId="{767E3670-D1FA-4A49-B520-FFD3B35C7E1A}" type="presOf" srcId="{920A7C55-B0F7-43AD-BDC8-02AC7A298F59}" destId="{669D6F39-52A6-4196-9EE8-8F73ACD73488}" srcOrd="1" destOrd="0" presId="urn:microsoft.com/office/officeart/2005/8/layout/bProcess3"/>
    <dgm:cxn modelId="{CE270751-63EC-4ED5-B21F-5CC22E095642}" type="presOf" srcId="{66DDAF32-CF02-4FE8-B53B-FA219DFF3600}" destId="{47647BAE-27F4-4EB7-B0FD-265E8323C186}" srcOrd="0" destOrd="0" presId="urn:microsoft.com/office/officeart/2005/8/layout/bProcess3"/>
    <dgm:cxn modelId="{A8990276-BF78-4080-8804-90657702FC10}" type="presOf" srcId="{F2CB4283-3873-478F-B617-2DDE24CCAB8A}" destId="{453CD896-AED3-440D-9ECF-C95E425B26AD}" srcOrd="0" destOrd="0" presId="urn:microsoft.com/office/officeart/2005/8/layout/bProcess3"/>
    <dgm:cxn modelId="{A16E4376-699B-448F-A339-E93C7A5CA111}" type="presOf" srcId="{1FA57EA2-E186-4508-A00B-6D99EC927261}" destId="{7786BC7D-F2EC-41D2-B3F9-010B4AB728B6}" srcOrd="1" destOrd="0" presId="urn:microsoft.com/office/officeart/2005/8/layout/bProcess3"/>
    <dgm:cxn modelId="{B26BC28D-91C1-4C37-A8D2-A6F5376F6ABF}" type="presOf" srcId="{8167F621-4F96-43D0-9D97-E7D79C632BC6}" destId="{A9D8A683-1806-496C-B653-99E4009AC17A}" srcOrd="0" destOrd="0" presId="urn:microsoft.com/office/officeart/2005/8/layout/bProcess3"/>
    <dgm:cxn modelId="{886E1793-8805-4700-B1B1-B7F882984BFB}" type="presOf" srcId="{5F9F611D-D635-491B-803A-06F3392AB3E7}" destId="{B80211A8-7044-4394-9CF6-2FB6EB657F3C}" srcOrd="0" destOrd="0" presId="urn:microsoft.com/office/officeart/2005/8/layout/bProcess3"/>
    <dgm:cxn modelId="{30062795-A40E-4B5C-96A0-ADDB5C620E65}" type="presOf" srcId="{D59021CB-754B-4AB4-9140-195C32385C6A}" destId="{7B6E9178-8451-434C-9B54-FD34327B1C53}" srcOrd="1" destOrd="0" presId="urn:microsoft.com/office/officeart/2005/8/layout/bProcess3"/>
    <dgm:cxn modelId="{C9BD7B9D-96D4-4EB4-BBBD-AABD7A9DE36B}" type="presOf" srcId="{920A7C55-B0F7-43AD-BDC8-02AC7A298F59}" destId="{922F399C-BC6C-433E-93A3-5E62557AD563}" srcOrd="0" destOrd="0" presId="urn:microsoft.com/office/officeart/2005/8/layout/bProcess3"/>
    <dgm:cxn modelId="{BCA0F6A4-92D8-4CCC-AC75-47E5434CBF20}" srcId="{98D0CC02-B862-4E38-90A8-D5FD8791E050}" destId="{C75B14C3-E960-4CB6-8D68-6E9F7B7211E4}" srcOrd="3" destOrd="0" parTransId="{51627B27-BFBE-4CE6-8D0C-D85583F0150F}" sibTransId="{F2CB4283-3873-478F-B617-2DDE24CCAB8A}"/>
    <dgm:cxn modelId="{AEBB90A5-4D03-43E8-AF80-D40CF0752AA1}" type="presOf" srcId="{5F9F611D-D635-491B-803A-06F3392AB3E7}" destId="{956A7DFE-9400-4A6F-A432-AD433255A0F1}" srcOrd="1" destOrd="0" presId="urn:microsoft.com/office/officeart/2005/8/layout/bProcess3"/>
    <dgm:cxn modelId="{758622AC-B16D-4E0E-94B1-32097C66C44E}" srcId="{98D0CC02-B862-4E38-90A8-D5FD8791E050}" destId="{1492194C-0F45-4772-8B36-780CF0AAF8C8}" srcOrd="5" destOrd="0" parTransId="{F80D87B0-716D-411C-AD59-7BBF0D688DC1}" sibTransId="{8167F621-4F96-43D0-9D97-E7D79C632BC6}"/>
    <dgm:cxn modelId="{B4E140B1-267B-4DE1-A344-0B47FD11B135}" type="presOf" srcId="{21A7477F-2AC6-43C0-A175-AF796CBDB330}" destId="{302EFAA1-4DF4-4B13-865E-24E1267E70AB}" srcOrd="0" destOrd="0" presId="urn:microsoft.com/office/officeart/2005/8/layout/bProcess3"/>
    <dgm:cxn modelId="{71D817B3-10C6-45AB-A66F-4C920B5A4B00}" srcId="{98D0CC02-B862-4E38-90A8-D5FD8791E050}" destId="{B8963C9F-37E9-4DDF-B5D5-89DB4B5362DA}" srcOrd="7" destOrd="0" parTransId="{099B7057-E896-4B2A-A361-0060568F2287}" sibTransId="{5F9F611D-D635-491B-803A-06F3392AB3E7}"/>
    <dgm:cxn modelId="{5F4C90B3-D16E-4397-BE8C-5626FE74654A}" type="presOf" srcId="{8E464AEA-F583-40FE-BCB0-491BF5EBA8BD}" destId="{2E41D84C-A5ED-4242-930D-FC3275026060}" srcOrd="0" destOrd="0" presId="urn:microsoft.com/office/officeart/2005/8/layout/bProcess3"/>
    <dgm:cxn modelId="{12B12CBE-0963-4AFD-BAB3-A3FFD9917F42}" srcId="{98D0CC02-B862-4E38-90A8-D5FD8791E050}" destId="{66DDAF32-CF02-4FE8-B53B-FA219DFF3600}" srcOrd="4" destOrd="0" parTransId="{690263A8-46CA-48EB-86C0-F9835545FFED}" sibTransId="{7CE89067-1051-4615-8131-28C81B8CBDA7}"/>
    <dgm:cxn modelId="{0A9760CF-CC61-4AB7-A37D-82AFEA257495}" type="presOf" srcId="{AA148B54-953C-4542-9E37-F548F18AF047}" destId="{72437B81-2C3B-4F67-A08E-DA71E5A73AF8}" srcOrd="1" destOrd="0" presId="urn:microsoft.com/office/officeart/2005/8/layout/bProcess3"/>
    <dgm:cxn modelId="{BC1824D9-C5F6-4E9E-8D42-D69C8710C714}" srcId="{98D0CC02-B862-4E38-90A8-D5FD8791E050}" destId="{388617AE-1513-4794-8B6E-3BEE5B867620}" srcOrd="6" destOrd="0" parTransId="{B443AE70-75D2-433F-BDDB-E52C865314BD}" sibTransId="{D59021CB-754B-4AB4-9140-195C32385C6A}"/>
    <dgm:cxn modelId="{F74D18DC-D764-4ECA-A8BD-8FFFA34CDCE6}" type="presOf" srcId="{388617AE-1513-4794-8B6E-3BEE5B867620}" destId="{C72273EC-F7FA-4AF1-AA9D-93D1FC31E9DF}" srcOrd="0" destOrd="0" presId="urn:microsoft.com/office/officeart/2005/8/layout/bProcess3"/>
    <dgm:cxn modelId="{A05F3ADC-F342-40A9-8413-E6C528876F41}" type="presOf" srcId="{B8963C9F-37E9-4DDF-B5D5-89DB4B5362DA}" destId="{B8EF3E9E-6435-4646-9CD3-784A7B73C7DE}" srcOrd="0" destOrd="0" presId="urn:microsoft.com/office/officeart/2005/8/layout/bProcess3"/>
    <dgm:cxn modelId="{4EFDF5E2-8BBF-4FEA-A90F-B91E4BAC50CF}" type="presOf" srcId="{D59021CB-754B-4AB4-9140-195C32385C6A}" destId="{A3A70333-189B-4E8E-A1FF-7C22E6696CBC}" srcOrd="0" destOrd="0" presId="urn:microsoft.com/office/officeart/2005/8/layout/bProcess3"/>
    <dgm:cxn modelId="{7183FAF3-85E3-4D2D-BEE0-760D5E92F8E1}" srcId="{98D0CC02-B862-4E38-90A8-D5FD8791E050}" destId="{2AA1FAD3-4A6F-422A-98D8-79871014E678}" srcOrd="8" destOrd="0" parTransId="{3D4AF61D-4FD2-4F49-ABCB-34B422C6AAC2}" sibTransId="{D3307BF0-B2E3-4F85-B0EE-BBB56E31FE37}"/>
    <dgm:cxn modelId="{115E9FF8-F49D-4AF5-8740-A7EFB3368C24}" type="presOf" srcId="{7CE89067-1051-4615-8131-28C81B8CBDA7}" destId="{69499AAB-4102-41D7-9E79-780BB2794B06}" srcOrd="1" destOrd="0" presId="urn:microsoft.com/office/officeart/2005/8/layout/bProcess3"/>
    <dgm:cxn modelId="{E57EA65A-420C-4598-BCF7-8918599D4A05}" type="presParOf" srcId="{2C13F561-0D8A-4F07-8FE8-2E710528AD17}" destId="{F7AAAE45-69C0-4829-AAF2-4BCFC7D8706D}" srcOrd="0" destOrd="0" presId="urn:microsoft.com/office/officeart/2005/8/layout/bProcess3"/>
    <dgm:cxn modelId="{8E1D849A-AD79-45C6-B730-EA1F29D2FD23}" type="presParOf" srcId="{2C13F561-0D8A-4F07-8FE8-2E710528AD17}" destId="{62BE9DE0-1753-4B84-832E-F6C291960713}" srcOrd="1" destOrd="0" presId="urn:microsoft.com/office/officeart/2005/8/layout/bProcess3"/>
    <dgm:cxn modelId="{F5094367-7B58-4A8B-A7E9-149F27829A59}" type="presParOf" srcId="{62BE9DE0-1753-4B84-832E-F6C291960713}" destId="{7786BC7D-F2EC-41D2-B3F9-010B4AB728B6}" srcOrd="0" destOrd="0" presId="urn:microsoft.com/office/officeart/2005/8/layout/bProcess3"/>
    <dgm:cxn modelId="{BDFBB3B0-EAB9-4242-AB52-F506E165063D}" type="presParOf" srcId="{2C13F561-0D8A-4F07-8FE8-2E710528AD17}" destId="{302EFAA1-4DF4-4B13-865E-24E1267E70AB}" srcOrd="2" destOrd="0" presId="urn:microsoft.com/office/officeart/2005/8/layout/bProcess3"/>
    <dgm:cxn modelId="{6B8796FD-B68F-470E-BF02-A3E2DFE8C832}" type="presParOf" srcId="{2C13F561-0D8A-4F07-8FE8-2E710528AD17}" destId="{3944BAA0-E0EB-410B-9B80-9F1AC3AC3E8D}" srcOrd="3" destOrd="0" presId="urn:microsoft.com/office/officeart/2005/8/layout/bProcess3"/>
    <dgm:cxn modelId="{2B0BB0A3-99F7-4C53-A26B-2CE512A18092}" type="presParOf" srcId="{3944BAA0-E0EB-410B-9B80-9F1AC3AC3E8D}" destId="{72437B81-2C3B-4F67-A08E-DA71E5A73AF8}" srcOrd="0" destOrd="0" presId="urn:microsoft.com/office/officeart/2005/8/layout/bProcess3"/>
    <dgm:cxn modelId="{D4ABFC8B-DAF3-4EAC-8F73-ECF0A7D25B4D}" type="presParOf" srcId="{2C13F561-0D8A-4F07-8FE8-2E710528AD17}" destId="{2E41D84C-A5ED-4242-930D-FC3275026060}" srcOrd="4" destOrd="0" presId="urn:microsoft.com/office/officeart/2005/8/layout/bProcess3"/>
    <dgm:cxn modelId="{ABF791DC-7B73-45BA-870F-7F1BEB270DA7}" type="presParOf" srcId="{2C13F561-0D8A-4F07-8FE8-2E710528AD17}" destId="{922F399C-BC6C-433E-93A3-5E62557AD563}" srcOrd="5" destOrd="0" presId="urn:microsoft.com/office/officeart/2005/8/layout/bProcess3"/>
    <dgm:cxn modelId="{D9BEEE25-E04E-479D-B7E1-859EFA6550B8}" type="presParOf" srcId="{922F399C-BC6C-433E-93A3-5E62557AD563}" destId="{669D6F39-52A6-4196-9EE8-8F73ACD73488}" srcOrd="0" destOrd="0" presId="urn:microsoft.com/office/officeart/2005/8/layout/bProcess3"/>
    <dgm:cxn modelId="{B831E43C-3F05-4B68-B1E0-02BE7424B843}" type="presParOf" srcId="{2C13F561-0D8A-4F07-8FE8-2E710528AD17}" destId="{2E07E33C-FC80-4B6E-AC34-854F13A140E2}" srcOrd="6" destOrd="0" presId="urn:microsoft.com/office/officeart/2005/8/layout/bProcess3"/>
    <dgm:cxn modelId="{29ECF77D-7AAC-4DA8-B089-A523F9D0BBB2}" type="presParOf" srcId="{2C13F561-0D8A-4F07-8FE8-2E710528AD17}" destId="{453CD896-AED3-440D-9ECF-C95E425B26AD}" srcOrd="7" destOrd="0" presId="urn:microsoft.com/office/officeart/2005/8/layout/bProcess3"/>
    <dgm:cxn modelId="{8466B8D4-9789-4603-8CC6-CA4FC9B18617}" type="presParOf" srcId="{453CD896-AED3-440D-9ECF-C95E425B26AD}" destId="{BB573894-2195-4385-8E9E-E213159195E2}" srcOrd="0" destOrd="0" presId="urn:microsoft.com/office/officeart/2005/8/layout/bProcess3"/>
    <dgm:cxn modelId="{D2FE042D-2AF9-45F4-B5E2-6BE02150BB9F}" type="presParOf" srcId="{2C13F561-0D8A-4F07-8FE8-2E710528AD17}" destId="{47647BAE-27F4-4EB7-B0FD-265E8323C186}" srcOrd="8" destOrd="0" presId="urn:microsoft.com/office/officeart/2005/8/layout/bProcess3"/>
    <dgm:cxn modelId="{4C57EBCC-628C-4E74-816C-62C729819A3F}" type="presParOf" srcId="{2C13F561-0D8A-4F07-8FE8-2E710528AD17}" destId="{E7DA344A-AAFC-4218-9055-B2A1587329D8}" srcOrd="9" destOrd="0" presId="urn:microsoft.com/office/officeart/2005/8/layout/bProcess3"/>
    <dgm:cxn modelId="{F2982249-369B-4C47-BFEF-8F5A4EA27B79}" type="presParOf" srcId="{E7DA344A-AAFC-4218-9055-B2A1587329D8}" destId="{69499AAB-4102-41D7-9E79-780BB2794B06}" srcOrd="0" destOrd="0" presId="urn:microsoft.com/office/officeart/2005/8/layout/bProcess3"/>
    <dgm:cxn modelId="{25914218-E4F2-4B6F-BF60-4320DDB52AA8}" type="presParOf" srcId="{2C13F561-0D8A-4F07-8FE8-2E710528AD17}" destId="{8A42FC0C-09B2-4F16-B52D-BAC15770A06C}" srcOrd="10" destOrd="0" presId="urn:microsoft.com/office/officeart/2005/8/layout/bProcess3"/>
    <dgm:cxn modelId="{9F484480-F0C9-4B18-B7D2-41794800BDCE}" type="presParOf" srcId="{2C13F561-0D8A-4F07-8FE8-2E710528AD17}" destId="{A9D8A683-1806-496C-B653-99E4009AC17A}" srcOrd="11" destOrd="0" presId="urn:microsoft.com/office/officeart/2005/8/layout/bProcess3"/>
    <dgm:cxn modelId="{FC74E268-3E3C-4FF4-B72D-DE5655F904F4}" type="presParOf" srcId="{A9D8A683-1806-496C-B653-99E4009AC17A}" destId="{59187254-F0B7-47AD-81A5-C673B74217F2}" srcOrd="0" destOrd="0" presId="urn:microsoft.com/office/officeart/2005/8/layout/bProcess3"/>
    <dgm:cxn modelId="{0E5604B2-065A-4B9A-B83B-E71438AA76B6}" type="presParOf" srcId="{2C13F561-0D8A-4F07-8FE8-2E710528AD17}" destId="{C72273EC-F7FA-4AF1-AA9D-93D1FC31E9DF}" srcOrd="12" destOrd="0" presId="urn:microsoft.com/office/officeart/2005/8/layout/bProcess3"/>
    <dgm:cxn modelId="{7B8DF63E-2D4F-41C0-AB35-D94D54205F71}" type="presParOf" srcId="{2C13F561-0D8A-4F07-8FE8-2E710528AD17}" destId="{A3A70333-189B-4E8E-A1FF-7C22E6696CBC}" srcOrd="13" destOrd="0" presId="urn:microsoft.com/office/officeart/2005/8/layout/bProcess3"/>
    <dgm:cxn modelId="{0FC246FB-0D19-4E36-854A-08E81E3FEDC9}" type="presParOf" srcId="{A3A70333-189B-4E8E-A1FF-7C22E6696CBC}" destId="{7B6E9178-8451-434C-9B54-FD34327B1C53}" srcOrd="0" destOrd="0" presId="urn:microsoft.com/office/officeart/2005/8/layout/bProcess3"/>
    <dgm:cxn modelId="{D8D1028D-D3E2-45FE-ADD6-42EB2BCA230A}" type="presParOf" srcId="{2C13F561-0D8A-4F07-8FE8-2E710528AD17}" destId="{B8EF3E9E-6435-4646-9CD3-784A7B73C7DE}" srcOrd="14" destOrd="0" presId="urn:microsoft.com/office/officeart/2005/8/layout/bProcess3"/>
    <dgm:cxn modelId="{BD2EDAE4-7575-4C17-9200-9D82A0D6FB49}" type="presParOf" srcId="{2C13F561-0D8A-4F07-8FE8-2E710528AD17}" destId="{B80211A8-7044-4394-9CF6-2FB6EB657F3C}" srcOrd="15" destOrd="0" presId="urn:microsoft.com/office/officeart/2005/8/layout/bProcess3"/>
    <dgm:cxn modelId="{68FEA5BD-A9EE-4B71-98DF-E47E5BF21D0F}" type="presParOf" srcId="{B80211A8-7044-4394-9CF6-2FB6EB657F3C}" destId="{956A7DFE-9400-4A6F-A432-AD433255A0F1}" srcOrd="0" destOrd="0" presId="urn:microsoft.com/office/officeart/2005/8/layout/bProcess3"/>
    <dgm:cxn modelId="{42434733-F6D4-4F57-BAE5-6EF7058720F8}" type="presParOf" srcId="{2C13F561-0D8A-4F07-8FE8-2E710528AD17}" destId="{8927BC3B-9DDC-412A-B819-20F5AA640F8B}" srcOrd="1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404EED-D556-4C13-8CDD-BD922C1ACDB1}"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D586EAB0-D49F-4F45-99D8-1665E6657702}">
      <dgm:prSet phldrT="[Text]" custT="1"/>
      <dgm:spPr/>
      <dgm:t>
        <a:bodyPr/>
        <a:lstStyle/>
        <a:p>
          <a:pPr>
            <a:lnSpc>
              <a:spcPct val="100000"/>
            </a:lnSpc>
          </a:pPr>
          <a:r>
            <a:rPr lang="en-US" sz="1600" b="1" i="0" dirty="0"/>
            <a:t>Conclusion</a:t>
          </a:r>
          <a:endParaRPr lang="en-US" sz="1600" dirty="0"/>
        </a:p>
      </dgm:t>
    </dgm:pt>
    <dgm:pt modelId="{E3C55897-5B82-4352-B90A-246059321F07}" type="parTrans" cxnId="{FA064823-8CE8-49CB-996A-7519CB15EB5F}">
      <dgm:prSet/>
      <dgm:spPr/>
      <dgm:t>
        <a:bodyPr/>
        <a:lstStyle/>
        <a:p>
          <a:pPr>
            <a:lnSpc>
              <a:spcPct val="100000"/>
            </a:lnSpc>
          </a:pPr>
          <a:endParaRPr lang="en-US" sz="1600"/>
        </a:p>
      </dgm:t>
    </dgm:pt>
    <dgm:pt modelId="{E5824330-79E4-42B5-BFB2-B8525DAF1AA4}" type="sibTrans" cxnId="{FA064823-8CE8-49CB-996A-7519CB15EB5F}">
      <dgm:prSet/>
      <dgm:spPr/>
      <dgm:t>
        <a:bodyPr/>
        <a:lstStyle/>
        <a:p>
          <a:pPr>
            <a:lnSpc>
              <a:spcPct val="100000"/>
            </a:lnSpc>
          </a:pPr>
          <a:endParaRPr lang="en-US" sz="1600"/>
        </a:p>
      </dgm:t>
    </dgm:pt>
    <dgm:pt modelId="{9474A945-56D8-4E48-AC8C-02DCD65A90B1}">
      <dgm:prSet phldrT="[Text]" custT="1"/>
      <dgm:spPr/>
      <dgm:t>
        <a:bodyPr/>
        <a:lstStyle/>
        <a:p>
          <a:pPr>
            <a:lnSpc>
              <a:spcPct val="100000"/>
            </a:lnSpc>
            <a:buFont typeface="Arial" panose="020B0604020202020204" pitchFamily="34" charset="0"/>
            <a:buChar char="•"/>
          </a:pPr>
          <a:r>
            <a:rPr lang="en-US" sz="1400" b="0" i="0" dirty="0"/>
            <a:t>CNN-</a:t>
          </a:r>
          <a:r>
            <a:rPr lang="en-US" sz="1400" b="0" i="0" dirty="0" err="1"/>
            <a:t>BiLSTM</a:t>
          </a:r>
          <a:r>
            <a:rPr lang="en-US" sz="1400" b="0" i="0" dirty="0"/>
            <a:t> outperformed standalone CNN in SQL injection attack detection</a:t>
          </a:r>
          <a:endParaRPr lang="en-US" sz="1400" dirty="0"/>
        </a:p>
      </dgm:t>
    </dgm:pt>
    <dgm:pt modelId="{21288207-9673-4910-A6E6-91F3F398DECD}" type="parTrans" cxnId="{33CDB90B-1E74-4FD8-AA8A-F7CF96EDB861}">
      <dgm:prSet/>
      <dgm:spPr/>
      <dgm:t>
        <a:bodyPr/>
        <a:lstStyle/>
        <a:p>
          <a:pPr>
            <a:lnSpc>
              <a:spcPct val="100000"/>
            </a:lnSpc>
          </a:pPr>
          <a:endParaRPr lang="en-US" sz="1600"/>
        </a:p>
      </dgm:t>
    </dgm:pt>
    <dgm:pt modelId="{A6F6FC89-8E37-4934-BF63-D0E8C81876AC}" type="sibTrans" cxnId="{33CDB90B-1E74-4FD8-AA8A-F7CF96EDB861}">
      <dgm:prSet/>
      <dgm:spPr/>
      <dgm:t>
        <a:bodyPr/>
        <a:lstStyle/>
        <a:p>
          <a:pPr>
            <a:lnSpc>
              <a:spcPct val="100000"/>
            </a:lnSpc>
          </a:pPr>
          <a:endParaRPr lang="en-US" sz="1600"/>
        </a:p>
      </dgm:t>
    </dgm:pt>
    <dgm:pt modelId="{BFC58042-6E5F-46E6-90F6-53B612DBC920}">
      <dgm:prSet phldrT="[Text]" custT="1"/>
      <dgm:spPr/>
      <dgm:t>
        <a:bodyPr/>
        <a:lstStyle/>
        <a:p>
          <a:pPr>
            <a:lnSpc>
              <a:spcPct val="100000"/>
            </a:lnSpc>
          </a:pPr>
          <a:r>
            <a:rPr lang="en-US" sz="1600" b="1" i="0" dirty="0"/>
            <a:t>Future Work</a:t>
          </a:r>
          <a:endParaRPr lang="en-US" sz="1600" dirty="0"/>
        </a:p>
      </dgm:t>
    </dgm:pt>
    <dgm:pt modelId="{EBB2FFF3-D022-446E-9980-3C279C383A41}" type="parTrans" cxnId="{76EDA931-1C43-4B1B-854B-316985639F95}">
      <dgm:prSet/>
      <dgm:spPr/>
      <dgm:t>
        <a:bodyPr/>
        <a:lstStyle/>
        <a:p>
          <a:pPr>
            <a:lnSpc>
              <a:spcPct val="100000"/>
            </a:lnSpc>
          </a:pPr>
          <a:endParaRPr lang="en-US" sz="1600"/>
        </a:p>
      </dgm:t>
    </dgm:pt>
    <dgm:pt modelId="{F52916CD-8528-48ED-9163-8753D6D854F2}" type="sibTrans" cxnId="{76EDA931-1C43-4B1B-854B-316985639F95}">
      <dgm:prSet/>
      <dgm:spPr/>
      <dgm:t>
        <a:bodyPr/>
        <a:lstStyle/>
        <a:p>
          <a:pPr>
            <a:lnSpc>
              <a:spcPct val="100000"/>
            </a:lnSpc>
          </a:pPr>
          <a:endParaRPr lang="en-US" sz="1600"/>
        </a:p>
      </dgm:t>
    </dgm:pt>
    <dgm:pt modelId="{687BE5BE-9C2A-40A6-8AB7-CB4F497369E5}">
      <dgm:prSet phldrT="[Text]" custT="1"/>
      <dgm:spPr/>
      <dgm:t>
        <a:bodyPr/>
        <a:lstStyle/>
        <a:p>
          <a:pPr>
            <a:lnSpc>
              <a:spcPct val="100000"/>
            </a:lnSpc>
            <a:buFont typeface="Arial" panose="020B0604020202020204" pitchFamily="34" charset="0"/>
            <a:buChar char="•"/>
          </a:pPr>
          <a:r>
            <a:rPr lang="en-US" sz="1400" b="0" i="0" dirty="0"/>
            <a:t>Enhance cyber-attack detection by integrating attention into the CNN-</a:t>
          </a:r>
          <a:r>
            <a:rPr lang="en-US" sz="1400" b="0" i="0" dirty="0" err="1"/>
            <a:t>BiLSTM</a:t>
          </a:r>
          <a:r>
            <a:rPr lang="en-US" sz="1400" b="0" i="0" dirty="0"/>
            <a:t> model.
Improve resilience against adversarial attacks.
Deploy and evaluate the system in real-world e-business settings.</a:t>
          </a:r>
          <a:endParaRPr lang="en-US" sz="1400" dirty="0"/>
        </a:p>
      </dgm:t>
    </dgm:pt>
    <dgm:pt modelId="{1EF6B7C7-AE6B-493E-A5D9-4F72D95D6D41}" type="parTrans" cxnId="{CFC21B76-5489-4596-BB90-26E8CFAB25BB}">
      <dgm:prSet/>
      <dgm:spPr/>
      <dgm:t>
        <a:bodyPr/>
        <a:lstStyle/>
        <a:p>
          <a:pPr>
            <a:lnSpc>
              <a:spcPct val="100000"/>
            </a:lnSpc>
          </a:pPr>
          <a:endParaRPr lang="en-US" sz="1600"/>
        </a:p>
      </dgm:t>
    </dgm:pt>
    <dgm:pt modelId="{A569CA34-05DB-46D9-9401-B7D5557D445B}" type="sibTrans" cxnId="{CFC21B76-5489-4596-BB90-26E8CFAB25BB}">
      <dgm:prSet/>
      <dgm:spPr/>
      <dgm:t>
        <a:bodyPr/>
        <a:lstStyle/>
        <a:p>
          <a:pPr>
            <a:lnSpc>
              <a:spcPct val="100000"/>
            </a:lnSpc>
          </a:pPr>
          <a:endParaRPr lang="en-US" sz="1600"/>
        </a:p>
      </dgm:t>
    </dgm:pt>
    <dgm:pt modelId="{3676B097-942F-492F-99A6-50C7D5BFDE04}">
      <dgm:prSet phldrT="[Text]" custT="1"/>
      <dgm:spPr/>
      <dgm:t>
        <a:bodyPr/>
        <a:lstStyle/>
        <a:p>
          <a:pPr>
            <a:lnSpc>
              <a:spcPct val="100000"/>
            </a:lnSpc>
            <a:buFont typeface="Arial" panose="020B0604020202020204" pitchFamily="34" charset="0"/>
            <a:buChar char="•"/>
          </a:pPr>
          <a:r>
            <a:rPr lang="en-US" sz="1400" b="0" i="0" dirty="0"/>
            <a:t>Adopt the CNN-</a:t>
          </a:r>
          <a:r>
            <a:rPr lang="en-US" sz="1400" b="0" i="0" dirty="0" err="1"/>
            <a:t>BiLSTM</a:t>
          </a:r>
          <a:r>
            <a:rPr lang="en-US" sz="1400" b="0" i="0" dirty="0"/>
            <a:t> model as a key component of digital platform cybersecurity.
Invest in training personnel for implementation and understanding of these technologies.
Regularly update security systems with the latest threat detection advancements.</a:t>
          </a:r>
          <a:endParaRPr lang="en-US" sz="1400" dirty="0"/>
        </a:p>
      </dgm:t>
    </dgm:pt>
    <dgm:pt modelId="{7BEFB162-DAD7-49C9-BD7B-F309C799AE99}" type="parTrans" cxnId="{29E9E0E5-7200-4951-81A2-DDE4367EFDC1}">
      <dgm:prSet/>
      <dgm:spPr/>
      <dgm:t>
        <a:bodyPr/>
        <a:lstStyle/>
        <a:p>
          <a:pPr>
            <a:lnSpc>
              <a:spcPct val="100000"/>
            </a:lnSpc>
          </a:pPr>
          <a:endParaRPr lang="en-US" sz="1600"/>
        </a:p>
      </dgm:t>
    </dgm:pt>
    <dgm:pt modelId="{BE4BBCEF-4D03-402B-8FE6-3DABFA676D24}" type="sibTrans" cxnId="{29E9E0E5-7200-4951-81A2-DDE4367EFDC1}">
      <dgm:prSet/>
      <dgm:spPr/>
      <dgm:t>
        <a:bodyPr/>
        <a:lstStyle/>
        <a:p>
          <a:pPr>
            <a:lnSpc>
              <a:spcPct val="100000"/>
            </a:lnSpc>
          </a:pPr>
          <a:endParaRPr lang="en-US" sz="1600"/>
        </a:p>
      </dgm:t>
    </dgm:pt>
    <dgm:pt modelId="{6F06A9C9-3BB5-4265-A284-4C9360814537}">
      <dgm:prSet phldrT="[Text]" custT="1"/>
      <dgm:spPr/>
      <dgm:t>
        <a:bodyPr/>
        <a:lstStyle/>
        <a:p>
          <a:pPr>
            <a:lnSpc>
              <a:spcPct val="100000"/>
            </a:lnSpc>
          </a:pPr>
          <a:r>
            <a:rPr lang="en-US" sz="1600" b="1" i="0" dirty="0"/>
            <a:t>Recommendation</a:t>
          </a:r>
          <a:endParaRPr lang="en-US" sz="1600" dirty="0"/>
        </a:p>
      </dgm:t>
    </dgm:pt>
    <dgm:pt modelId="{5237FB1B-5688-43C3-9B51-BBB25E76D38B}" type="parTrans" cxnId="{84396571-4F59-4A22-9834-4A24F915074C}">
      <dgm:prSet/>
      <dgm:spPr/>
      <dgm:t>
        <a:bodyPr/>
        <a:lstStyle/>
        <a:p>
          <a:pPr>
            <a:lnSpc>
              <a:spcPct val="100000"/>
            </a:lnSpc>
          </a:pPr>
          <a:endParaRPr lang="en-US" sz="1600"/>
        </a:p>
      </dgm:t>
    </dgm:pt>
    <dgm:pt modelId="{3EC389B7-B4C5-4DA9-B290-DFAED281598C}" type="sibTrans" cxnId="{84396571-4F59-4A22-9834-4A24F915074C}">
      <dgm:prSet/>
      <dgm:spPr/>
      <dgm:t>
        <a:bodyPr/>
        <a:lstStyle/>
        <a:p>
          <a:pPr>
            <a:lnSpc>
              <a:spcPct val="100000"/>
            </a:lnSpc>
          </a:pPr>
          <a:endParaRPr lang="en-US" sz="1600"/>
        </a:p>
      </dgm:t>
    </dgm:pt>
    <dgm:pt modelId="{ED130536-AF0A-49A1-8ECE-316D347B48B0}">
      <dgm:prSet phldrT="[Text]" custT="1"/>
      <dgm:spPr/>
      <dgm:t>
        <a:bodyPr/>
        <a:lstStyle/>
        <a:p>
          <a:pPr>
            <a:lnSpc>
              <a:spcPct val="100000"/>
            </a:lnSpc>
            <a:buFont typeface="Arial" panose="020B0604020202020204" pitchFamily="34" charset="0"/>
            <a:buChar char="•"/>
          </a:pPr>
          <a:r>
            <a:rPr lang="en-US" sz="1400" b="0" i="0" dirty="0"/>
            <a:t>CNN-</a:t>
          </a:r>
          <a:r>
            <a:rPr lang="en-US" sz="1400" b="0" i="0" dirty="0" err="1"/>
            <a:t>BiLSTM</a:t>
          </a:r>
          <a:r>
            <a:rPr lang="en-US" sz="1400" b="0" i="0" dirty="0"/>
            <a:t>: 99.31% validation accuracy vs. 99.29% for CNN</a:t>
          </a:r>
          <a:endParaRPr lang="en-US" sz="1400" dirty="0"/>
        </a:p>
      </dgm:t>
    </dgm:pt>
    <dgm:pt modelId="{AABA2A1E-D99A-4BFE-9BE5-BD3E4785AE5A}" type="parTrans" cxnId="{8C6B0D29-5942-46B9-A5D5-B89A69C19253}">
      <dgm:prSet/>
      <dgm:spPr/>
      <dgm:t>
        <a:bodyPr/>
        <a:lstStyle/>
        <a:p>
          <a:pPr>
            <a:lnSpc>
              <a:spcPct val="100000"/>
            </a:lnSpc>
          </a:pPr>
          <a:endParaRPr lang="en-US" sz="1600"/>
        </a:p>
      </dgm:t>
    </dgm:pt>
    <dgm:pt modelId="{64A48266-C6F4-4606-8608-92BEF0A752AF}" type="sibTrans" cxnId="{8C6B0D29-5942-46B9-A5D5-B89A69C19253}">
      <dgm:prSet/>
      <dgm:spPr/>
      <dgm:t>
        <a:bodyPr/>
        <a:lstStyle/>
        <a:p>
          <a:pPr>
            <a:lnSpc>
              <a:spcPct val="100000"/>
            </a:lnSpc>
          </a:pPr>
          <a:endParaRPr lang="en-US" sz="1600"/>
        </a:p>
      </dgm:t>
    </dgm:pt>
    <dgm:pt modelId="{D5E4CD0A-76FF-44D1-BCEC-1B1B8C5B108A}">
      <dgm:prSet phldrT="[Text]" custT="1"/>
      <dgm:spPr/>
      <dgm:t>
        <a:bodyPr/>
        <a:lstStyle/>
        <a:p>
          <a:pPr>
            <a:lnSpc>
              <a:spcPct val="100000"/>
            </a:lnSpc>
            <a:buFont typeface="Arial" panose="020B0604020202020204" pitchFamily="34" charset="0"/>
            <a:buChar char="•"/>
          </a:pPr>
          <a:r>
            <a:rPr lang="en-US" sz="1400" b="0" i="0" dirty="0"/>
            <a:t>Integrating CNN and </a:t>
          </a:r>
          <a:r>
            <a:rPr lang="en-US" sz="1400" b="0" i="0" dirty="0" err="1"/>
            <a:t>BiLSTM</a:t>
          </a:r>
          <a:r>
            <a:rPr lang="en-US" sz="1400" b="0" i="0" dirty="0"/>
            <a:t> was crucial for superior performance</a:t>
          </a:r>
          <a:endParaRPr lang="en-US" sz="1400" dirty="0"/>
        </a:p>
      </dgm:t>
    </dgm:pt>
    <dgm:pt modelId="{C29F5D03-5930-4316-B548-13B35835AA36}" type="parTrans" cxnId="{C1A6993C-E1EC-4C65-8020-80EC0E27613D}">
      <dgm:prSet/>
      <dgm:spPr/>
      <dgm:t>
        <a:bodyPr/>
        <a:lstStyle/>
        <a:p>
          <a:pPr>
            <a:lnSpc>
              <a:spcPct val="100000"/>
            </a:lnSpc>
          </a:pPr>
          <a:endParaRPr lang="en-US" sz="1600"/>
        </a:p>
      </dgm:t>
    </dgm:pt>
    <dgm:pt modelId="{23B25804-AD9F-4EE1-BCBD-FAF28B60B8FA}" type="sibTrans" cxnId="{C1A6993C-E1EC-4C65-8020-80EC0E27613D}">
      <dgm:prSet/>
      <dgm:spPr/>
      <dgm:t>
        <a:bodyPr/>
        <a:lstStyle/>
        <a:p>
          <a:pPr>
            <a:lnSpc>
              <a:spcPct val="100000"/>
            </a:lnSpc>
          </a:pPr>
          <a:endParaRPr lang="en-US" sz="1600"/>
        </a:p>
      </dgm:t>
    </dgm:pt>
    <dgm:pt modelId="{46370E40-18B7-4FCA-BF4A-47397C98EC9F}">
      <dgm:prSet custT="1"/>
      <dgm:spPr/>
      <dgm:t>
        <a:bodyPr/>
        <a:lstStyle/>
        <a:p>
          <a:pPr>
            <a:lnSpc>
              <a:spcPct val="100000"/>
            </a:lnSpc>
            <a:buFont typeface="Arial" panose="020B0604020202020204" pitchFamily="34" charset="0"/>
            <a:buChar char="•"/>
          </a:pPr>
          <a:endParaRPr lang="en-US" sz="1600" b="0" i="0" dirty="0"/>
        </a:p>
      </dgm:t>
    </dgm:pt>
    <dgm:pt modelId="{CD9F3248-3643-4606-B2ED-064F45E5BBEF}" type="parTrans" cxnId="{A52CEC0D-E7EE-4658-A43E-5ABFDCCA3B32}">
      <dgm:prSet/>
      <dgm:spPr/>
      <dgm:t>
        <a:bodyPr/>
        <a:lstStyle/>
        <a:p>
          <a:pPr>
            <a:lnSpc>
              <a:spcPct val="100000"/>
            </a:lnSpc>
          </a:pPr>
          <a:endParaRPr lang="en-US" sz="1600"/>
        </a:p>
      </dgm:t>
    </dgm:pt>
    <dgm:pt modelId="{224CD9A7-8F14-45B9-9667-00C36CFAE87C}" type="sibTrans" cxnId="{A52CEC0D-E7EE-4658-A43E-5ABFDCCA3B32}">
      <dgm:prSet/>
      <dgm:spPr/>
      <dgm:t>
        <a:bodyPr/>
        <a:lstStyle/>
        <a:p>
          <a:pPr>
            <a:lnSpc>
              <a:spcPct val="100000"/>
            </a:lnSpc>
          </a:pPr>
          <a:endParaRPr lang="en-US" sz="1600"/>
        </a:p>
      </dgm:t>
    </dgm:pt>
    <dgm:pt modelId="{51144EF2-95D2-4EC4-934D-32009A5F3932}" type="pres">
      <dgm:prSet presAssocID="{25404EED-D556-4C13-8CDD-BD922C1ACDB1}" presName="linear" presStyleCnt="0">
        <dgm:presLayoutVars>
          <dgm:animLvl val="lvl"/>
          <dgm:resizeHandles val="exact"/>
        </dgm:presLayoutVars>
      </dgm:prSet>
      <dgm:spPr/>
    </dgm:pt>
    <dgm:pt modelId="{B64CCC3A-EC08-48ED-908A-D63CE308E832}" type="pres">
      <dgm:prSet presAssocID="{D586EAB0-D49F-4F45-99D8-1665E6657702}" presName="parentText" presStyleLbl="node1" presStyleIdx="0" presStyleCnt="3">
        <dgm:presLayoutVars>
          <dgm:chMax val="0"/>
          <dgm:bulletEnabled val="1"/>
        </dgm:presLayoutVars>
      </dgm:prSet>
      <dgm:spPr/>
    </dgm:pt>
    <dgm:pt modelId="{C3541DA0-EB25-4768-B3EB-719F09AA2F4A}" type="pres">
      <dgm:prSet presAssocID="{D586EAB0-D49F-4F45-99D8-1665E6657702}" presName="childText" presStyleLbl="revTx" presStyleIdx="0" presStyleCnt="3">
        <dgm:presLayoutVars>
          <dgm:bulletEnabled val="1"/>
        </dgm:presLayoutVars>
      </dgm:prSet>
      <dgm:spPr/>
    </dgm:pt>
    <dgm:pt modelId="{9946BBF1-DEE2-4956-8D8F-0D9361E1FBC5}" type="pres">
      <dgm:prSet presAssocID="{BFC58042-6E5F-46E6-90F6-53B612DBC920}" presName="parentText" presStyleLbl="node1" presStyleIdx="1" presStyleCnt="3">
        <dgm:presLayoutVars>
          <dgm:chMax val="0"/>
          <dgm:bulletEnabled val="1"/>
        </dgm:presLayoutVars>
      </dgm:prSet>
      <dgm:spPr/>
    </dgm:pt>
    <dgm:pt modelId="{1484F9FD-9321-4A45-A774-17352D1D0EB6}" type="pres">
      <dgm:prSet presAssocID="{BFC58042-6E5F-46E6-90F6-53B612DBC920}" presName="childText" presStyleLbl="revTx" presStyleIdx="1" presStyleCnt="3">
        <dgm:presLayoutVars>
          <dgm:bulletEnabled val="1"/>
        </dgm:presLayoutVars>
      </dgm:prSet>
      <dgm:spPr/>
    </dgm:pt>
    <dgm:pt modelId="{4DD20F06-BCD9-4486-BA90-091218A880B3}" type="pres">
      <dgm:prSet presAssocID="{6F06A9C9-3BB5-4265-A284-4C9360814537}" presName="parentText" presStyleLbl="node1" presStyleIdx="2" presStyleCnt="3">
        <dgm:presLayoutVars>
          <dgm:chMax val="0"/>
          <dgm:bulletEnabled val="1"/>
        </dgm:presLayoutVars>
      </dgm:prSet>
      <dgm:spPr/>
    </dgm:pt>
    <dgm:pt modelId="{FB2C92CD-4777-4717-85AE-3ACEE5BDFF4C}" type="pres">
      <dgm:prSet presAssocID="{6F06A9C9-3BB5-4265-A284-4C9360814537}" presName="childText" presStyleLbl="revTx" presStyleIdx="2" presStyleCnt="3">
        <dgm:presLayoutVars>
          <dgm:bulletEnabled val="1"/>
        </dgm:presLayoutVars>
      </dgm:prSet>
      <dgm:spPr/>
    </dgm:pt>
  </dgm:ptLst>
  <dgm:cxnLst>
    <dgm:cxn modelId="{33CDB90B-1E74-4FD8-AA8A-F7CF96EDB861}" srcId="{D586EAB0-D49F-4F45-99D8-1665E6657702}" destId="{9474A945-56D8-4E48-AC8C-02DCD65A90B1}" srcOrd="0" destOrd="0" parTransId="{21288207-9673-4910-A6E6-91F3F398DECD}" sibTransId="{A6F6FC89-8E37-4934-BF63-D0E8C81876AC}"/>
    <dgm:cxn modelId="{A52CEC0D-E7EE-4658-A43E-5ABFDCCA3B32}" srcId="{6F06A9C9-3BB5-4265-A284-4C9360814537}" destId="{46370E40-18B7-4FCA-BF4A-47397C98EC9F}" srcOrd="1" destOrd="0" parTransId="{CD9F3248-3643-4606-B2ED-064F45E5BBEF}" sibTransId="{224CD9A7-8F14-45B9-9667-00C36CFAE87C}"/>
    <dgm:cxn modelId="{51FD8314-B751-4C43-9DFA-6E740F9EF79F}" type="presOf" srcId="{D5E4CD0A-76FF-44D1-BCEC-1B1B8C5B108A}" destId="{C3541DA0-EB25-4768-B3EB-719F09AA2F4A}" srcOrd="0" destOrd="2" presId="urn:microsoft.com/office/officeart/2005/8/layout/vList2"/>
    <dgm:cxn modelId="{BCE00622-2AEE-4F6B-AC8B-1DE55E4323A7}" type="presOf" srcId="{25404EED-D556-4C13-8CDD-BD922C1ACDB1}" destId="{51144EF2-95D2-4EC4-934D-32009A5F3932}" srcOrd="0" destOrd="0" presId="urn:microsoft.com/office/officeart/2005/8/layout/vList2"/>
    <dgm:cxn modelId="{FA064823-8CE8-49CB-996A-7519CB15EB5F}" srcId="{25404EED-D556-4C13-8CDD-BD922C1ACDB1}" destId="{D586EAB0-D49F-4F45-99D8-1665E6657702}" srcOrd="0" destOrd="0" parTransId="{E3C55897-5B82-4352-B90A-246059321F07}" sibTransId="{E5824330-79E4-42B5-BFB2-B8525DAF1AA4}"/>
    <dgm:cxn modelId="{8C6B0D29-5942-46B9-A5D5-B89A69C19253}" srcId="{D586EAB0-D49F-4F45-99D8-1665E6657702}" destId="{ED130536-AF0A-49A1-8ECE-316D347B48B0}" srcOrd="1" destOrd="0" parTransId="{AABA2A1E-D99A-4BFE-9BE5-BD3E4785AE5A}" sibTransId="{64A48266-C6F4-4606-8608-92BEF0A752AF}"/>
    <dgm:cxn modelId="{76EDA931-1C43-4B1B-854B-316985639F95}" srcId="{25404EED-D556-4C13-8CDD-BD922C1ACDB1}" destId="{BFC58042-6E5F-46E6-90F6-53B612DBC920}" srcOrd="1" destOrd="0" parTransId="{EBB2FFF3-D022-446E-9980-3C279C383A41}" sibTransId="{F52916CD-8528-48ED-9163-8753D6D854F2}"/>
    <dgm:cxn modelId="{60EF9F33-AA20-4612-A05B-25F23CEC2109}" type="presOf" srcId="{9474A945-56D8-4E48-AC8C-02DCD65A90B1}" destId="{C3541DA0-EB25-4768-B3EB-719F09AA2F4A}" srcOrd="0" destOrd="0" presId="urn:microsoft.com/office/officeart/2005/8/layout/vList2"/>
    <dgm:cxn modelId="{ED351534-44B1-44DA-88AD-FB1C9148EC60}" type="presOf" srcId="{BFC58042-6E5F-46E6-90F6-53B612DBC920}" destId="{9946BBF1-DEE2-4956-8D8F-0D9361E1FBC5}" srcOrd="0" destOrd="0" presId="urn:microsoft.com/office/officeart/2005/8/layout/vList2"/>
    <dgm:cxn modelId="{C1A6993C-E1EC-4C65-8020-80EC0E27613D}" srcId="{D586EAB0-D49F-4F45-99D8-1665E6657702}" destId="{D5E4CD0A-76FF-44D1-BCEC-1B1B8C5B108A}" srcOrd="2" destOrd="0" parTransId="{C29F5D03-5930-4316-B548-13B35835AA36}" sibTransId="{23B25804-AD9F-4EE1-BCBD-FAF28B60B8FA}"/>
    <dgm:cxn modelId="{4131925F-140A-4F36-B471-2BF072BB7FEB}" type="presOf" srcId="{6F06A9C9-3BB5-4265-A284-4C9360814537}" destId="{4DD20F06-BCD9-4486-BA90-091218A880B3}" srcOrd="0" destOrd="0" presId="urn:microsoft.com/office/officeart/2005/8/layout/vList2"/>
    <dgm:cxn modelId="{84396571-4F59-4A22-9834-4A24F915074C}" srcId="{25404EED-D556-4C13-8CDD-BD922C1ACDB1}" destId="{6F06A9C9-3BB5-4265-A284-4C9360814537}" srcOrd="2" destOrd="0" parTransId="{5237FB1B-5688-43C3-9B51-BBB25E76D38B}" sibTransId="{3EC389B7-B4C5-4DA9-B290-DFAED281598C}"/>
    <dgm:cxn modelId="{CFC21B76-5489-4596-BB90-26E8CFAB25BB}" srcId="{BFC58042-6E5F-46E6-90F6-53B612DBC920}" destId="{687BE5BE-9C2A-40A6-8AB7-CB4F497369E5}" srcOrd="0" destOrd="0" parTransId="{1EF6B7C7-AE6B-493E-A5D9-4F72D95D6D41}" sibTransId="{A569CA34-05DB-46D9-9401-B7D5557D445B}"/>
    <dgm:cxn modelId="{652F0F9F-BE41-43C0-8994-4209DF8CE3C4}" type="presOf" srcId="{46370E40-18B7-4FCA-BF4A-47397C98EC9F}" destId="{FB2C92CD-4777-4717-85AE-3ACEE5BDFF4C}" srcOrd="0" destOrd="1" presId="urn:microsoft.com/office/officeart/2005/8/layout/vList2"/>
    <dgm:cxn modelId="{46FFB1B3-7774-41C6-A673-3F7D5445BC3E}" type="presOf" srcId="{ED130536-AF0A-49A1-8ECE-316D347B48B0}" destId="{C3541DA0-EB25-4768-B3EB-719F09AA2F4A}" srcOrd="0" destOrd="1" presId="urn:microsoft.com/office/officeart/2005/8/layout/vList2"/>
    <dgm:cxn modelId="{3D7C31D3-AD92-4148-95FC-DB6671BFC890}" type="presOf" srcId="{687BE5BE-9C2A-40A6-8AB7-CB4F497369E5}" destId="{1484F9FD-9321-4A45-A774-17352D1D0EB6}" srcOrd="0" destOrd="0" presId="urn:microsoft.com/office/officeart/2005/8/layout/vList2"/>
    <dgm:cxn modelId="{FDBE71DC-05ED-4816-8B4A-F34152886858}" type="presOf" srcId="{D586EAB0-D49F-4F45-99D8-1665E6657702}" destId="{B64CCC3A-EC08-48ED-908A-D63CE308E832}" srcOrd="0" destOrd="0" presId="urn:microsoft.com/office/officeart/2005/8/layout/vList2"/>
    <dgm:cxn modelId="{29E9E0E5-7200-4951-81A2-DDE4367EFDC1}" srcId="{6F06A9C9-3BB5-4265-A284-4C9360814537}" destId="{3676B097-942F-492F-99A6-50C7D5BFDE04}" srcOrd="0" destOrd="0" parTransId="{7BEFB162-DAD7-49C9-BD7B-F309C799AE99}" sibTransId="{BE4BBCEF-4D03-402B-8FE6-3DABFA676D24}"/>
    <dgm:cxn modelId="{CE334AF1-0D50-427E-945C-5F5838574191}" type="presOf" srcId="{3676B097-942F-492F-99A6-50C7D5BFDE04}" destId="{FB2C92CD-4777-4717-85AE-3ACEE5BDFF4C}" srcOrd="0" destOrd="0" presId="urn:microsoft.com/office/officeart/2005/8/layout/vList2"/>
    <dgm:cxn modelId="{20C76AEB-D74C-48C1-B1AC-7F4DE379BB7D}" type="presParOf" srcId="{51144EF2-95D2-4EC4-934D-32009A5F3932}" destId="{B64CCC3A-EC08-48ED-908A-D63CE308E832}" srcOrd="0" destOrd="0" presId="urn:microsoft.com/office/officeart/2005/8/layout/vList2"/>
    <dgm:cxn modelId="{DA9F27D5-9131-40AC-94F2-79F83FDFEBE8}" type="presParOf" srcId="{51144EF2-95D2-4EC4-934D-32009A5F3932}" destId="{C3541DA0-EB25-4768-B3EB-719F09AA2F4A}" srcOrd="1" destOrd="0" presId="urn:microsoft.com/office/officeart/2005/8/layout/vList2"/>
    <dgm:cxn modelId="{AD26F2FE-9A48-46AD-B29E-6853B49D0D4D}" type="presParOf" srcId="{51144EF2-95D2-4EC4-934D-32009A5F3932}" destId="{9946BBF1-DEE2-4956-8D8F-0D9361E1FBC5}" srcOrd="2" destOrd="0" presId="urn:microsoft.com/office/officeart/2005/8/layout/vList2"/>
    <dgm:cxn modelId="{F2A9C06A-CD0F-4627-B007-BE3A38A78B95}" type="presParOf" srcId="{51144EF2-95D2-4EC4-934D-32009A5F3932}" destId="{1484F9FD-9321-4A45-A774-17352D1D0EB6}" srcOrd="3" destOrd="0" presId="urn:microsoft.com/office/officeart/2005/8/layout/vList2"/>
    <dgm:cxn modelId="{ED16620C-F899-4021-AD78-D36B9B0B5F94}" type="presParOf" srcId="{51144EF2-95D2-4EC4-934D-32009A5F3932}" destId="{4DD20F06-BCD9-4486-BA90-091218A880B3}" srcOrd="4" destOrd="0" presId="urn:microsoft.com/office/officeart/2005/8/layout/vList2"/>
    <dgm:cxn modelId="{126DA688-975D-42C5-B825-7BDB74616F27}" type="presParOf" srcId="{51144EF2-95D2-4EC4-934D-32009A5F3932}" destId="{FB2C92CD-4777-4717-85AE-3ACEE5BDFF4C}"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4E5FE-AC7B-4401-A1ED-3A26DCE2FA7A}">
      <dsp:nvSpPr>
        <dsp:cNvPr id="0" name=""/>
        <dsp:cNvSpPr/>
      </dsp:nvSpPr>
      <dsp:spPr>
        <a:xfrm>
          <a:off x="2375324" y="1192589"/>
          <a:ext cx="1225904" cy="3168907"/>
        </a:xfrm>
        <a:custGeom>
          <a:avLst/>
          <a:gdLst/>
          <a:ahLst/>
          <a:cxnLst/>
          <a:rect l="0" t="0" r="0" b="0"/>
          <a:pathLst>
            <a:path>
              <a:moveTo>
                <a:pt x="0" y="0"/>
              </a:moveTo>
              <a:lnTo>
                <a:pt x="612952" y="0"/>
              </a:lnTo>
              <a:lnTo>
                <a:pt x="612952" y="3168907"/>
              </a:lnTo>
              <a:lnTo>
                <a:pt x="1225904" y="31689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rtl="1">
            <a:lnSpc>
              <a:spcPct val="90000"/>
            </a:lnSpc>
            <a:spcBef>
              <a:spcPct val="0"/>
            </a:spcBef>
            <a:spcAft>
              <a:spcPct val="35000"/>
            </a:spcAft>
            <a:buNone/>
          </a:pPr>
          <a:endParaRPr lang="ar-SA" sz="1200" kern="1200"/>
        </a:p>
      </dsp:txBody>
      <dsp:txXfrm>
        <a:off x="2903332" y="2692098"/>
        <a:ext cx="169888" cy="169888"/>
      </dsp:txXfrm>
    </dsp:sp>
    <dsp:sp modelId="{9CB286A4-9790-4BAF-B1D5-3DAF8CE786FD}">
      <dsp:nvSpPr>
        <dsp:cNvPr id="0" name=""/>
        <dsp:cNvSpPr/>
      </dsp:nvSpPr>
      <dsp:spPr>
        <a:xfrm>
          <a:off x="2375324" y="1192589"/>
          <a:ext cx="1225904" cy="2580250"/>
        </a:xfrm>
        <a:custGeom>
          <a:avLst/>
          <a:gdLst/>
          <a:ahLst/>
          <a:cxnLst/>
          <a:rect l="0" t="0" r="0" b="0"/>
          <a:pathLst>
            <a:path>
              <a:moveTo>
                <a:pt x="0" y="0"/>
              </a:moveTo>
              <a:lnTo>
                <a:pt x="612952" y="0"/>
              </a:lnTo>
              <a:lnTo>
                <a:pt x="612952" y="2580250"/>
              </a:lnTo>
              <a:lnTo>
                <a:pt x="1225904" y="258025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rtl="1">
            <a:lnSpc>
              <a:spcPct val="90000"/>
            </a:lnSpc>
            <a:spcBef>
              <a:spcPct val="0"/>
            </a:spcBef>
            <a:spcAft>
              <a:spcPct val="35000"/>
            </a:spcAft>
            <a:buNone/>
          </a:pPr>
          <a:endParaRPr lang="ar-SA" sz="1000" kern="1200"/>
        </a:p>
      </dsp:txBody>
      <dsp:txXfrm>
        <a:off x="2916859" y="2411297"/>
        <a:ext cx="142833" cy="142833"/>
      </dsp:txXfrm>
    </dsp:sp>
    <dsp:sp modelId="{B53052DA-1B56-4E2E-85ED-EE31C5340C55}">
      <dsp:nvSpPr>
        <dsp:cNvPr id="0" name=""/>
        <dsp:cNvSpPr/>
      </dsp:nvSpPr>
      <dsp:spPr>
        <a:xfrm>
          <a:off x="2375324" y="1192589"/>
          <a:ext cx="1225904" cy="1991593"/>
        </a:xfrm>
        <a:custGeom>
          <a:avLst/>
          <a:gdLst/>
          <a:ahLst/>
          <a:cxnLst/>
          <a:rect l="0" t="0" r="0" b="0"/>
          <a:pathLst>
            <a:path>
              <a:moveTo>
                <a:pt x="0" y="0"/>
              </a:moveTo>
              <a:lnTo>
                <a:pt x="612952" y="0"/>
              </a:lnTo>
              <a:lnTo>
                <a:pt x="612952" y="1991593"/>
              </a:lnTo>
              <a:lnTo>
                <a:pt x="1225904" y="199159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US" sz="1800" b="0" kern="1200">
            <a:latin typeface="Open Sans" panose="020B0606030504020204" pitchFamily="34" charset="0"/>
            <a:ea typeface="Open Sans" panose="020B0606030504020204" pitchFamily="34" charset="0"/>
            <a:cs typeface="Open Sans" panose="020B0606030504020204" pitchFamily="34" charset="0"/>
          </a:endParaRPr>
        </a:p>
      </dsp:txBody>
      <dsp:txXfrm>
        <a:off x="2929810" y="2129919"/>
        <a:ext cx="116932" cy="116932"/>
      </dsp:txXfrm>
    </dsp:sp>
    <dsp:sp modelId="{18D13227-7C1C-411F-A346-A9BF7495C0C4}">
      <dsp:nvSpPr>
        <dsp:cNvPr id="0" name=""/>
        <dsp:cNvSpPr/>
      </dsp:nvSpPr>
      <dsp:spPr>
        <a:xfrm>
          <a:off x="2375324" y="1192589"/>
          <a:ext cx="1225904" cy="1402936"/>
        </a:xfrm>
        <a:custGeom>
          <a:avLst/>
          <a:gdLst/>
          <a:ahLst/>
          <a:cxnLst/>
          <a:rect l="0" t="0" r="0" b="0"/>
          <a:pathLst>
            <a:path>
              <a:moveTo>
                <a:pt x="0" y="0"/>
              </a:moveTo>
              <a:lnTo>
                <a:pt x="612952" y="0"/>
              </a:lnTo>
              <a:lnTo>
                <a:pt x="612952" y="1402936"/>
              </a:lnTo>
              <a:lnTo>
                <a:pt x="1225904" y="140293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US" sz="1800" b="0" kern="120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2941699" y="1847480"/>
        <a:ext cx="93154" cy="93154"/>
      </dsp:txXfrm>
    </dsp:sp>
    <dsp:sp modelId="{1C2547D1-9FCA-42E8-BCD2-AE9DC2FF40F6}">
      <dsp:nvSpPr>
        <dsp:cNvPr id="0" name=""/>
        <dsp:cNvSpPr/>
      </dsp:nvSpPr>
      <dsp:spPr>
        <a:xfrm>
          <a:off x="2375324" y="1192589"/>
          <a:ext cx="1225904" cy="814279"/>
        </a:xfrm>
        <a:custGeom>
          <a:avLst/>
          <a:gdLst/>
          <a:ahLst/>
          <a:cxnLst/>
          <a:rect l="0" t="0" r="0" b="0"/>
          <a:pathLst>
            <a:path>
              <a:moveTo>
                <a:pt x="0" y="0"/>
              </a:moveTo>
              <a:lnTo>
                <a:pt x="612952" y="0"/>
              </a:lnTo>
              <a:lnTo>
                <a:pt x="612952" y="814279"/>
              </a:lnTo>
              <a:lnTo>
                <a:pt x="1225904" y="81427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US"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2951484" y="1562936"/>
        <a:ext cx="73584" cy="73584"/>
      </dsp:txXfrm>
    </dsp:sp>
    <dsp:sp modelId="{C66F8241-D0F4-4AF3-8B1D-AE964BB0E466}">
      <dsp:nvSpPr>
        <dsp:cNvPr id="0" name=""/>
        <dsp:cNvSpPr/>
      </dsp:nvSpPr>
      <dsp:spPr>
        <a:xfrm>
          <a:off x="2375324" y="1192589"/>
          <a:ext cx="1225904" cy="225622"/>
        </a:xfrm>
        <a:custGeom>
          <a:avLst/>
          <a:gdLst/>
          <a:ahLst/>
          <a:cxnLst/>
          <a:rect l="0" t="0" r="0" b="0"/>
          <a:pathLst>
            <a:path>
              <a:moveTo>
                <a:pt x="0" y="0"/>
              </a:moveTo>
              <a:lnTo>
                <a:pt x="612952" y="0"/>
              </a:lnTo>
              <a:lnTo>
                <a:pt x="612952" y="225622"/>
              </a:lnTo>
              <a:lnTo>
                <a:pt x="1225904" y="2256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US" sz="1800" b="0" kern="120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2957114" y="1274238"/>
        <a:ext cx="62324" cy="62324"/>
      </dsp:txXfrm>
    </dsp:sp>
    <dsp:sp modelId="{2AC4490B-7D05-45F0-945A-5DEC0844A8B4}">
      <dsp:nvSpPr>
        <dsp:cNvPr id="0" name=""/>
        <dsp:cNvSpPr/>
      </dsp:nvSpPr>
      <dsp:spPr>
        <a:xfrm>
          <a:off x="2375324" y="829555"/>
          <a:ext cx="1225904" cy="363034"/>
        </a:xfrm>
        <a:custGeom>
          <a:avLst/>
          <a:gdLst/>
          <a:ahLst/>
          <a:cxnLst/>
          <a:rect l="0" t="0" r="0" b="0"/>
          <a:pathLst>
            <a:path>
              <a:moveTo>
                <a:pt x="0" y="363034"/>
              </a:moveTo>
              <a:lnTo>
                <a:pt x="612952" y="363034"/>
              </a:lnTo>
              <a:lnTo>
                <a:pt x="612952" y="0"/>
              </a:lnTo>
              <a:lnTo>
                <a:pt x="1225904"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SA" sz="500" kern="1200"/>
        </a:p>
      </dsp:txBody>
      <dsp:txXfrm>
        <a:off x="2956313" y="979108"/>
        <a:ext cx="63926" cy="63926"/>
      </dsp:txXfrm>
    </dsp:sp>
    <dsp:sp modelId="{96A703AD-763F-4A1F-BE37-4A6A58AFC9FD}">
      <dsp:nvSpPr>
        <dsp:cNvPr id="0" name=""/>
        <dsp:cNvSpPr/>
      </dsp:nvSpPr>
      <dsp:spPr>
        <a:xfrm>
          <a:off x="2375324" y="240898"/>
          <a:ext cx="1225904" cy="951691"/>
        </a:xfrm>
        <a:custGeom>
          <a:avLst/>
          <a:gdLst/>
          <a:ahLst/>
          <a:cxnLst/>
          <a:rect l="0" t="0" r="0" b="0"/>
          <a:pathLst>
            <a:path>
              <a:moveTo>
                <a:pt x="0" y="951691"/>
              </a:moveTo>
              <a:lnTo>
                <a:pt x="612952" y="951691"/>
              </a:lnTo>
              <a:lnTo>
                <a:pt x="612952" y="0"/>
              </a:lnTo>
              <a:lnTo>
                <a:pt x="1225904"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US" sz="1800" b="0" kern="120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2949477" y="677944"/>
        <a:ext cx="77597" cy="77597"/>
      </dsp:txXfrm>
    </dsp:sp>
    <dsp:sp modelId="{AC8CD10F-4B04-42B1-9C3D-393FF9CE2AE9}">
      <dsp:nvSpPr>
        <dsp:cNvPr id="0" name=""/>
        <dsp:cNvSpPr/>
      </dsp:nvSpPr>
      <dsp:spPr>
        <a:xfrm>
          <a:off x="668907" y="405790"/>
          <a:ext cx="1839237" cy="1573597"/>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CNN Model Architecture</a:t>
          </a:r>
        </a:p>
      </dsp:txBody>
      <dsp:txXfrm>
        <a:off x="668907" y="405790"/>
        <a:ext cx="1839237" cy="1573597"/>
      </dsp:txXfrm>
    </dsp:sp>
    <dsp:sp modelId="{1D86655D-46AE-4FA4-86D0-0F2C039B5E9C}">
      <dsp:nvSpPr>
        <dsp:cNvPr id="0" name=""/>
        <dsp:cNvSpPr/>
      </dsp:nvSpPr>
      <dsp:spPr>
        <a:xfrm>
          <a:off x="3601228" y="5435"/>
          <a:ext cx="2372020"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Embedding layer</a:t>
          </a:r>
          <a:r>
            <a:rPr lang="en-US"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dsp:txBody>
      <dsp:txXfrm>
        <a:off x="3601228" y="5435"/>
        <a:ext cx="2372020" cy="470925"/>
      </dsp:txXfrm>
    </dsp:sp>
    <dsp:sp modelId="{DEC64B64-909F-421B-B4A6-6DDEEF18486C}">
      <dsp:nvSpPr>
        <dsp:cNvPr id="0" name=""/>
        <dsp:cNvSpPr/>
      </dsp:nvSpPr>
      <dsp:spPr>
        <a:xfrm>
          <a:off x="3601228" y="594092"/>
          <a:ext cx="2413014"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en-US" sz="1800" kern="1200" dirty="0">
              <a:solidFill>
                <a:schemeClr val="tx1"/>
              </a:solidFill>
            </a:rPr>
            <a:t>Spatial Dropout Layer</a:t>
          </a:r>
          <a:endParaRPr lang="en-US" sz="1800" b="0" kern="1200" dirty="0">
            <a:latin typeface="Open Sans" panose="020B0606030504020204" pitchFamily="34" charset="0"/>
            <a:ea typeface="Open Sans" panose="020B0606030504020204" pitchFamily="34" charset="0"/>
            <a:cs typeface="Open Sans" panose="020B0606030504020204" pitchFamily="34" charset="0"/>
          </a:endParaRPr>
        </a:p>
      </dsp:txBody>
      <dsp:txXfrm>
        <a:off x="3601228" y="594092"/>
        <a:ext cx="2413014" cy="470925"/>
      </dsp:txXfrm>
    </dsp:sp>
    <dsp:sp modelId="{E292BA51-4AA4-456F-93A7-561C723C0912}">
      <dsp:nvSpPr>
        <dsp:cNvPr id="0" name=""/>
        <dsp:cNvSpPr/>
      </dsp:nvSpPr>
      <dsp:spPr>
        <a:xfrm>
          <a:off x="3601228" y="1182749"/>
          <a:ext cx="2369595"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Conv1D Layer</a:t>
          </a:r>
          <a:endParaRPr lang="en-US"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3601228" y="1182749"/>
        <a:ext cx="2369595" cy="470925"/>
      </dsp:txXfrm>
    </dsp:sp>
    <dsp:sp modelId="{3EA2F260-9C14-4343-A0F5-5F8EDB772ED1}">
      <dsp:nvSpPr>
        <dsp:cNvPr id="0" name=""/>
        <dsp:cNvSpPr/>
      </dsp:nvSpPr>
      <dsp:spPr>
        <a:xfrm>
          <a:off x="3601228" y="1771406"/>
          <a:ext cx="2365393"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MaxPooling1D</a:t>
          </a:r>
          <a:endParaRPr lang="en-US"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3601228" y="1771406"/>
        <a:ext cx="2365393" cy="470925"/>
      </dsp:txXfrm>
    </dsp:sp>
    <dsp:sp modelId="{54C0CAAD-50BB-40EA-BDA7-C42301FDA615}">
      <dsp:nvSpPr>
        <dsp:cNvPr id="0" name=""/>
        <dsp:cNvSpPr/>
      </dsp:nvSpPr>
      <dsp:spPr>
        <a:xfrm>
          <a:off x="3601228" y="2360063"/>
          <a:ext cx="2412458"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Flatten Layer</a:t>
          </a:r>
          <a:endParaRPr lang="en-US" sz="18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3601228" y="2360063"/>
        <a:ext cx="2412458" cy="470925"/>
      </dsp:txXfrm>
    </dsp:sp>
    <dsp:sp modelId="{62C06B91-1EC0-4E36-B354-9BE47BB0B2ED}">
      <dsp:nvSpPr>
        <dsp:cNvPr id="0" name=""/>
        <dsp:cNvSpPr/>
      </dsp:nvSpPr>
      <dsp:spPr>
        <a:xfrm>
          <a:off x="3601228" y="2948720"/>
          <a:ext cx="2387049"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Dense Layer</a:t>
          </a:r>
        </a:p>
      </dsp:txBody>
      <dsp:txXfrm>
        <a:off x="3601228" y="2948720"/>
        <a:ext cx="2387049" cy="470925"/>
      </dsp:txXfrm>
    </dsp:sp>
    <dsp:sp modelId="{6C5E0A36-6ECD-4320-9248-3DFAA4D268C1}">
      <dsp:nvSpPr>
        <dsp:cNvPr id="0" name=""/>
        <dsp:cNvSpPr/>
      </dsp:nvSpPr>
      <dsp:spPr>
        <a:xfrm>
          <a:off x="3601228" y="3537377"/>
          <a:ext cx="2384454"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rPr>
            <a:t>Dropout Layer</a:t>
          </a:r>
          <a:endParaRPr lang="en-US" sz="19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3601228" y="3537377"/>
        <a:ext cx="2384454" cy="470925"/>
      </dsp:txXfrm>
    </dsp:sp>
    <dsp:sp modelId="{F1C9B5B5-E38F-4BD7-A68F-7251147200F0}">
      <dsp:nvSpPr>
        <dsp:cNvPr id="0" name=""/>
        <dsp:cNvSpPr/>
      </dsp:nvSpPr>
      <dsp:spPr>
        <a:xfrm>
          <a:off x="3601228" y="4126034"/>
          <a:ext cx="2341019" cy="470925"/>
        </a:xfrm>
        <a:prstGeom prst="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1"/>
              </a:solidFill>
            </a:rPr>
            <a:t>Final Dense Layer</a:t>
          </a:r>
          <a:endParaRPr lang="en-US" sz="1900" b="0" kern="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dsp:txBody>
      <dsp:txXfrm>
        <a:off x="3601228" y="4126034"/>
        <a:ext cx="2341019" cy="4709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E9DE0-1753-4B84-832E-F6C291960713}">
      <dsp:nvSpPr>
        <dsp:cNvPr id="0" name=""/>
        <dsp:cNvSpPr/>
      </dsp:nvSpPr>
      <dsp:spPr>
        <a:xfrm>
          <a:off x="2429235" y="534453"/>
          <a:ext cx="412380" cy="91440"/>
        </a:xfrm>
        <a:custGeom>
          <a:avLst/>
          <a:gdLst/>
          <a:ahLst/>
          <a:cxnLst/>
          <a:rect l="0" t="0" r="0" b="0"/>
          <a:pathLst>
            <a:path>
              <a:moveTo>
                <a:pt x="0" y="45720"/>
              </a:moveTo>
              <a:lnTo>
                <a:pt x="41238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2624350" y="577958"/>
        <a:ext cx="22149" cy="4429"/>
      </dsp:txXfrm>
    </dsp:sp>
    <dsp:sp modelId="{F7AAAE45-69C0-4829-AAF2-4BCFC7D8706D}">
      <dsp:nvSpPr>
        <dsp:cNvPr id="0" name=""/>
        <dsp:cNvSpPr/>
      </dsp:nvSpPr>
      <dsp:spPr>
        <a:xfrm>
          <a:off x="505032" y="2372"/>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1. Embedding Layer</a:t>
          </a:r>
          <a:endParaRPr lang="ar-SY" sz="1800" kern="1200" dirty="0">
            <a:solidFill>
              <a:schemeClr val="tx1"/>
            </a:solidFill>
          </a:endParaRPr>
        </a:p>
      </dsp:txBody>
      <dsp:txXfrm>
        <a:off x="505032" y="2372"/>
        <a:ext cx="1926002" cy="1155601"/>
      </dsp:txXfrm>
    </dsp:sp>
    <dsp:sp modelId="{3944BAA0-E0EB-410B-9B80-9F1AC3AC3E8D}">
      <dsp:nvSpPr>
        <dsp:cNvPr id="0" name=""/>
        <dsp:cNvSpPr/>
      </dsp:nvSpPr>
      <dsp:spPr>
        <a:xfrm>
          <a:off x="4798218" y="534453"/>
          <a:ext cx="412380" cy="91440"/>
        </a:xfrm>
        <a:custGeom>
          <a:avLst/>
          <a:gdLst/>
          <a:ahLst/>
          <a:cxnLst/>
          <a:rect l="0" t="0" r="0" b="0"/>
          <a:pathLst>
            <a:path>
              <a:moveTo>
                <a:pt x="0" y="45720"/>
              </a:moveTo>
              <a:lnTo>
                <a:pt x="41238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4993334" y="577958"/>
        <a:ext cx="22149" cy="4429"/>
      </dsp:txXfrm>
    </dsp:sp>
    <dsp:sp modelId="{302EFAA1-4DF4-4B13-865E-24E1267E70AB}">
      <dsp:nvSpPr>
        <dsp:cNvPr id="0" name=""/>
        <dsp:cNvSpPr/>
      </dsp:nvSpPr>
      <dsp:spPr>
        <a:xfrm>
          <a:off x="2874015" y="2372"/>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2. Spatial Dropout Layer</a:t>
          </a:r>
        </a:p>
      </dsp:txBody>
      <dsp:txXfrm>
        <a:off x="2874015" y="2372"/>
        <a:ext cx="1926002" cy="1155601"/>
      </dsp:txXfrm>
    </dsp:sp>
    <dsp:sp modelId="{922F399C-BC6C-433E-93A3-5E62557AD563}">
      <dsp:nvSpPr>
        <dsp:cNvPr id="0" name=""/>
        <dsp:cNvSpPr/>
      </dsp:nvSpPr>
      <dsp:spPr>
        <a:xfrm>
          <a:off x="1468033" y="1156174"/>
          <a:ext cx="4737966" cy="412380"/>
        </a:xfrm>
        <a:custGeom>
          <a:avLst/>
          <a:gdLst/>
          <a:ahLst/>
          <a:cxnLst/>
          <a:rect l="0" t="0" r="0" b="0"/>
          <a:pathLst>
            <a:path>
              <a:moveTo>
                <a:pt x="4737966" y="0"/>
              </a:moveTo>
              <a:lnTo>
                <a:pt x="4737966" y="223290"/>
              </a:lnTo>
              <a:lnTo>
                <a:pt x="0" y="223290"/>
              </a:lnTo>
              <a:lnTo>
                <a:pt x="0" y="41238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3718051" y="1360149"/>
        <a:ext cx="237931" cy="4429"/>
      </dsp:txXfrm>
    </dsp:sp>
    <dsp:sp modelId="{2E41D84C-A5ED-4242-930D-FC3275026060}">
      <dsp:nvSpPr>
        <dsp:cNvPr id="0" name=""/>
        <dsp:cNvSpPr/>
      </dsp:nvSpPr>
      <dsp:spPr>
        <a:xfrm>
          <a:off x="5242998" y="2372"/>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3. Convolutional Layers</a:t>
          </a:r>
        </a:p>
      </dsp:txBody>
      <dsp:txXfrm>
        <a:off x="5242998" y="2372"/>
        <a:ext cx="1926002" cy="1155601"/>
      </dsp:txXfrm>
    </dsp:sp>
    <dsp:sp modelId="{453CD896-AED3-440D-9ECF-C95E425B26AD}">
      <dsp:nvSpPr>
        <dsp:cNvPr id="0" name=""/>
        <dsp:cNvSpPr/>
      </dsp:nvSpPr>
      <dsp:spPr>
        <a:xfrm>
          <a:off x="2429235" y="2133035"/>
          <a:ext cx="412380" cy="91440"/>
        </a:xfrm>
        <a:custGeom>
          <a:avLst/>
          <a:gdLst/>
          <a:ahLst/>
          <a:cxnLst/>
          <a:rect l="0" t="0" r="0" b="0"/>
          <a:pathLst>
            <a:path>
              <a:moveTo>
                <a:pt x="0" y="45720"/>
              </a:moveTo>
              <a:lnTo>
                <a:pt x="41238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2624350" y="2176540"/>
        <a:ext cx="22149" cy="4429"/>
      </dsp:txXfrm>
    </dsp:sp>
    <dsp:sp modelId="{2E07E33C-FC80-4B6E-AC34-854F13A140E2}">
      <dsp:nvSpPr>
        <dsp:cNvPr id="0" name=""/>
        <dsp:cNvSpPr/>
      </dsp:nvSpPr>
      <dsp:spPr>
        <a:xfrm>
          <a:off x="505032" y="1600954"/>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4. Max Pooling Layer</a:t>
          </a:r>
        </a:p>
      </dsp:txBody>
      <dsp:txXfrm>
        <a:off x="505032" y="1600954"/>
        <a:ext cx="1926002" cy="1155601"/>
      </dsp:txXfrm>
    </dsp:sp>
    <dsp:sp modelId="{E7DA344A-AAFC-4218-9055-B2A1587329D8}">
      <dsp:nvSpPr>
        <dsp:cNvPr id="0" name=""/>
        <dsp:cNvSpPr/>
      </dsp:nvSpPr>
      <dsp:spPr>
        <a:xfrm>
          <a:off x="4798218" y="2133035"/>
          <a:ext cx="412380" cy="91440"/>
        </a:xfrm>
        <a:custGeom>
          <a:avLst/>
          <a:gdLst/>
          <a:ahLst/>
          <a:cxnLst/>
          <a:rect l="0" t="0" r="0" b="0"/>
          <a:pathLst>
            <a:path>
              <a:moveTo>
                <a:pt x="0" y="45720"/>
              </a:moveTo>
              <a:lnTo>
                <a:pt x="41238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4993334" y="2176540"/>
        <a:ext cx="22149" cy="4429"/>
      </dsp:txXfrm>
    </dsp:sp>
    <dsp:sp modelId="{47647BAE-27F4-4EB7-B0FD-265E8323C186}">
      <dsp:nvSpPr>
        <dsp:cNvPr id="0" name=""/>
        <dsp:cNvSpPr/>
      </dsp:nvSpPr>
      <dsp:spPr>
        <a:xfrm>
          <a:off x="2874015" y="1600954"/>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5. Bidirectional LSTM Layer</a:t>
          </a:r>
        </a:p>
      </dsp:txBody>
      <dsp:txXfrm>
        <a:off x="2874015" y="1600954"/>
        <a:ext cx="1926002" cy="1155601"/>
      </dsp:txXfrm>
    </dsp:sp>
    <dsp:sp modelId="{A9D8A683-1806-496C-B653-99E4009AC17A}">
      <dsp:nvSpPr>
        <dsp:cNvPr id="0" name=""/>
        <dsp:cNvSpPr/>
      </dsp:nvSpPr>
      <dsp:spPr>
        <a:xfrm>
          <a:off x="1468033" y="2754756"/>
          <a:ext cx="4737966" cy="412380"/>
        </a:xfrm>
        <a:custGeom>
          <a:avLst/>
          <a:gdLst/>
          <a:ahLst/>
          <a:cxnLst/>
          <a:rect l="0" t="0" r="0" b="0"/>
          <a:pathLst>
            <a:path>
              <a:moveTo>
                <a:pt x="4737966" y="0"/>
              </a:moveTo>
              <a:lnTo>
                <a:pt x="4737966" y="223290"/>
              </a:lnTo>
              <a:lnTo>
                <a:pt x="0" y="223290"/>
              </a:lnTo>
              <a:lnTo>
                <a:pt x="0" y="41238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3718051" y="2958731"/>
        <a:ext cx="237931" cy="4429"/>
      </dsp:txXfrm>
    </dsp:sp>
    <dsp:sp modelId="{8A42FC0C-09B2-4F16-B52D-BAC15770A06C}">
      <dsp:nvSpPr>
        <dsp:cNvPr id="0" name=""/>
        <dsp:cNvSpPr/>
      </dsp:nvSpPr>
      <dsp:spPr>
        <a:xfrm>
          <a:off x="5242998" y="1600954"/>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6. Flatten Layer</a:t>
          </a:r>
        </a:p>
      </dsp:txBody>
      <dsp:txXfrm>
        <a:off x="5242998" y="1600954"/>
        <a:ext cx="1926002" cy="1155601"/>
      </dsp:txXfrm>
    </dsp:sp>
    <dsp:sp modelId="{A3A70333-189B-4E8E-A1FF-7C22E6696CBC}">
      <dsp:nvSpPr>
        <dsp:cNvPr id="0" name=""/>
        <dsp:cNvSpPr/>
      </dsp:nvSpPr>
      <dsp:spPr>
        <a:xfrm>
          <a:off x="2429235" y="3731617"/>
          <a:ext cx="412380" cy="91440"/>
        </a:xfrm>
        <a:custGeom>
          <a:avLst/>
          <a:gdLst/>
          <a:ahLst/>
          <a:cxnLst/>
          <a:rect l="0" t="0" r="0" b="0"/>
          <a:pathLst>
            <a:path>
              <a:moveTo>
                <a:pt x="0" y="45720"/>
              </a:moveTo>
              <a:lnTo>
                <a:pt x="41238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2624350" y="3775122"/>
        <a:ext cx="22149" cy="4429"/>
      </dsp:txXfrm>
    </dsp:sp>
    <dsp:sp modelId="{C72273EC-F7FA-4AF1-AA9D-93D1FC31E9DF}">
      <dsp:nvSpPr>
        <dsp:cNvPr id="0" name=""/>
        <dsp:cNvSpPr/>
      </dsp:nvSpPr>
      <dsp:spPr>
        <a:xfrm>
          <a:off x="505032" y="3199536"/>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7. Dense Layer</a:t>
          </a:r>
        </a:p>
      </dsp:txBody>
      <dsp:txXfrm>
        <a:off x="505032" y="3199536"/>
        <a:ext cx="1926002" cy="1155601"/>
      </dsp:txXfrm>
    </dsp:sp>
    <dsp:sp modelId="{B80211A8-7044-4394-9CF6-2FB6EB657F3C}">
      <dsp:nvSpPr>
        <dsp:cNvPr id="0" name=""/>
        <dsp:cNvSpPr/>
      </dsp:nvSpPr>
      <dsp:spPr>
        <a:xfrm>
          <a:off x="4798218" y="3731617"/>
          <a:ext cx="412380" cy="91440"/>
        </a:xfrm>
        <a:custGeom>
          <a:avLst/>
          <a:gdLst/>
          <a:ahLst/>
          <a:cxnLst/>
          <a:rect l="0" t="0" r="0" b="0"/>
          <a:pathLst>
            <a:path>
              <a:moveTo>
                <a:pt x="0" y="45720"/>
              </a:moveTo>
              <a:lnTo>
                <a:pt x="412380"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0">
            <a:lnSpc>
              <a:spcPct val="90000"/>
            </a:lnSpc>
            <a:spcBef>
              <a:spcPct val="0"/>
            </a:spcBef>
            <a:spcAft>
              <a:spcPct val="35000"/>
            </a:spcAft>
            <a:buNone/>
          </a:pPr>
          <a:endParaRPr lang="en-US" sz="6000" kern="1200">
            <a:solidFill>
              <a:schemeClr val="tx1"/>
            </a:solidFill>
          </a:endParaRPr>
        </a:p>
      </dsp:txBody>
      <dsp:txXfrm>
        <a:off x="4993334" y="3775122"/>
        <a:ext cx="22149" cy="4429"/>
      </dsp:txXfrm>
    </dsp:sp>
    <dsp:sp modelId="{B8EF3E9E-6435-4646-9CD3-784A7B73C7DE}">
      <dsp:nvSpPr>
        <dsp:cNvPr id="0" name=""/>
        <dsp:cNvSpPr/>
      </dsp:nvSpPr>
      <dsp:spPr>
        <a:xfrm>
          <a:off x="2874015" y="3199536"/>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 8. Dropout</a:t>
          </a:r>
          <a:r>
            <a:rPr lang="ar-SY" sz="1800" kern="1200" dirty="0">
              <a:solidFill>
                <a:schemeClr val="tx1"/>
              </a:solidFill>
            </a:rPr>
            <a:t> </a:t>
          </a:r>
          <a:r>
            <a:rPr lang="en-US" sz="1800" kern="1200" dirty="0">
              <a:solidFill>
                <a:schemeClr val="tx1"/>
              </a:solidFill>
            </a:rPr>
            <a:t>Layer</a:t>
          </a:r>
        </a:p>
      </dsp:txBody>
      <dsp:txXfrm>
        <a:off x="2874015" y="3199536"/>
        <a:ext cx="1926002" cy="1155601"/>
      </dsp:txXfrm>
    </dsp:sp>
    <dsp:sp modelId="{8927BC3B-9DDC-412A-B819-20F5AA640F8B}">
      <dsp:nvSpPr>
        <dsp:cNvPr id="0" name=""/>
        <dsp:cNvSpPr/>
      </dsp:nvSpPr>
      <dsp:spPr>
        <a:xfrm>
          <a:off x="5242998" y="3199536"/>
          <a:ext cx="1926002" cy="115560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9. Final Dense Layer</a:t>
          </a:r>
        </a:p>
      </dsp:txBody>
      <dsp:txXfrm>
        <a:off x="5242998" y="3199536"/>
        <a:ext cx="1926002" cy="11556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CCC3A-EC08-48ED-908A-D63CE308E832}">
      <dsp:nvSpPr>
        <dsp:cNvPr id="0" name=""/>
        <dsp:cNvSpPr/>
      </dsp:nvSpPr>
      <dsp:spPr>
        <a:xfrm>
          <a:off x="0" y="30287"/>
          <a:ext cx="8214301" cy="505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100000"/>
            </a:lnSpc>
            <a:spcBef>
              <a:spcPct val="0"/>
            </a:spcBef>
            <a:spcAft>
              <a:spcPct val="35000"/>
            </a:spcAft>
            <a:buNone/>
          </a:pPr>
          <a:r>
            <a:rPr lang="en-US" sz="1600" b="1" i="0" kern="1200" dirty="0"/>
            <a:t>Conclusion</a:t>
          </a:r>
          <a:endParaRPr lang="en-US" sz="1600" kern="1200" dirty="0"/>
        </a:p>
      </dsp:txBody>
      <dsp:txXfrm>
        <a:off x="24674" y="54961"/>
        <a:ext cx="8164953" cy="456092"/>
      </dsp:txXfrm>
    </dsp:sp>
    <dsp:sp modelId="{C3541DA0-EB25-4768-B3EB-719F09AA2F4A}">
      <dsp:nvSpPr>
        <dsp:cNvPr id="0" name=""/>
        <dsp:cNvSpPr/>
      </dsp:nvSpPr>
      <dsp:spPr>
        <a:xfrm>
          <a:off x="0" y="535727"/>
          <a:ext cx="8214301" cy="740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04" tIns="17780" rIns="99568" bIns="17780" numCol="1" spcCol="1270" anchor="t" anchorCtr="0">
          <a:noAutofit/>
        </a:bodyPr>
        <a:lstStyle/>
        <a:p>
          <a:pPr marL="114300" lvl="1" indent="-114300" algn="l" defTabSz="622300">
            <a:lnSpc>
              <a:spcPct val="100000"/>
            </a:lnSpc>
            <a:spcBef>
              <a:spcPct val="0"/>
            </a:spcBef>
            <a:spcAft>
              <a:spcPct val="20000"/>
            </a:spcAft>
            <a:buFont typeface="Arial" panose="020B0604020202020204" pitchFamily="34" charset="0"/>
            <a:buChar char="•"/>
          </a:pPr>
          <a:r>
            <a:rPr lang="en-US" sz="1400" b="0" i="0" kern="1200" dirty="0"/>
            <a:t>CNN-</a:t>
          </a:r>
          <a:r>
            <a:rPr lang="en-US" sz="1400" b="0" i="0" kern="1200" dirty="0" err="1"/>
            <a:t>BiLSTM</a:t>
          </a:r>
          <a:r>
            <a:rPr lang="en-US" sz="1400" b="0" i="0" kern="1200" dirty="0"/>
            <a:t> outperformed standalone CNN in SQL injection attack detection</a:t>
          </a:r>
          <a:endParaRPr lang="en-US" sz="1400" kern="1200" dirty="0"/>
        </a:p>
        <a:p>
          <a:pPr marL="114300" lvl="1" indent="-114300" algn="l" defTabSz="622300">
            <a:lnSpc>
              <a:spcPct val="100000"/>
            </a:lnSpc>
            <a:spcBef>
              <a:spcPct val="0"/>
            </a:spcBef>
            <a:spcAft>
              <a:spcPct val="20000"/>
            </a:spcAft>
            <a:buFont typeface="Arial" panose="020B0604020202020204" pitchFamily="34" charset="0"/>
            <a:buChar char="•"/>
          </a:pPr>
          <a:r>
            <a:rPr lang="en-US" sz="1400" b="0" i="0" kern="1200" dirty="0"/>
            <a:t>CNN-</a:t>
          </a:r>
          <a:r>
            <a:rPr lang="en-US" sz="1400" b="0" i="0" kern="1200" dirty="0" err="1"/>
            <a:t>BiLSTM</a:t>
          </a:r>
          <a:r>
            <a:rPr lang="en-US" sz="1400" b="0" i="0" kern="1200" dirty="0"/>
            <a:t>: 99.31% validation accuracy vs. 99.29% for CNN</a:t>
          </a:r>
          <a:endParaRPr lang="en-US" sz="1400" kern="1200" dirty="0"/>
        </a:p>
        <a:p>
          <a:pPr marL="114300" lvl="1" indent="-114300" algn="l" defTabSz="622300">
            <a:lnSpc>
              <a:spcPct val="100000"/>
            </a:lnSpc>
            <a:spcBef>
              <a:spcPct val="0"/>
            </a:spcBef>
            <a:spcAft>
              <a:spcPct val="20000"/>
            </a:spcAft>
            <a:buFont typeface="Arial" panose="020B0604020202020204" pitchFamily="34" charset="0"/>
            <a:buChar char="•"/>
          </a:pPr>
          <a:r>
            <a:rPr lang="en-US" sz="1400" b="0" i="0" kern="1200" dirty="0"/>
            <a:t>Integrating CNN and </a:t>
          </a:r>
          <a:r>
            <a:rPr lang="en-US" sz="1400" b="0" i="0" kern="1200" dirty="0" err="1"/>
            <a:t>BiLSTM</a:t>
          </a:r>
          <a:r>
            <a:rPr lang="en-US" sz="1400" b="0" i="0" kern="1200" dirty="0"/>
            <a:t> was crucial for superior performance</a:t>
          </a:r>
          <a:endParaRPr lang="en-US" sz="1400" kern="1200" dirty="0"/>
        </a:p>
      </dsp:txBody>
      <dsp:txXfrm>
        <a:off x="0" y="535727"/>
        <a:ext cx="8214301" cy="740542"/>
      </dsp:txXfrm>
    </dsp:sp>
    <dsp:sp modelId="{9946BBF1-DEE2-4956-8D8F-0D9361E1FBC5}">
      <dsp:nvSpPr>
        <dsp:cNvPr id="0" name=""/>
        <dsp:cNvSpPr/>
      </dsp:nvSpPr>
      <dsp:spPr>
        <a:xfrm>
          <a:off x="0" y="1276270"/>
          <a:ext cx="8214301" cy="505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100000"/>
            </a:lnSpc>
            <a:spcBef>
              <a:spcPct val="0"/>
            </a:spcBef>
            <a:spcAft>
              <a:spcPct val="35000"/>
            </a:spcAft>
            <a:buNone/>
          </a:pPr>
          <a:r>
            <a:rPr lang="en-US" sz="1600" b="1" i="0" kern="1200" dirty="0"/>
            <a:t>Future Work</a:t>
          </a:r>
          <a:endParaRPr lang="en-US" sz="1600" kern="1200" dirty="0"/>
        </a:p>
      </dsp:txBody>
      <dsp:txXfrm>
        <a:off x="24674" y="1300944"/>
        <a:ext cx="8164953" cy="456092"/>
      </dsp:txXfrm>
    </dsp:sp>
    <dsp:sp modelId="{1484F9FD-9321-4A45-A774-17352D1D0EB6}">
      <dsp:nvSpPr>
        <dsp:cNvPr id="0" name=""/>
        <dsp:cNvSpPr/>
      </dsp:nvSpPr>
      <dsp:spPr>
        <a:xfrm>
          <a:off x="0" y="1781710"/>
          <a:ext cx="8214301" cy="7405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04" tIns="17780" rIns="99568" bIns="17780" numCol="1" spcCol="1270" anchor="t" anchorCtr="0">
          <a:noAutofit/>
        </a:bodyPr>
        <a:lstStyle/>
        <a:p>
          <a:pPr marL="114300" lvl="1" indent="-114300" algn="l" defTabSz="622300">
            <a:lnSpc>
              <a:spcPct val="100000"/>
            </a:lnSpc>
            <a:spcBef>
              <a:spcPct val="0"/>
            </a:spcBef>
            <a:spcAft>
              <a:spcPct val="20000"/>
            </a:spcAft>
            <a:buFont typeface="Arial" panose="020B0604020202020204" pitchFamily="34" charset="0"/>
            <a:buChar char="•"/>
          </a:pPr>
          <a:r>
            <a:rPr lang="en-US" sz="1400" b="0" i="0" kern="1200" dirty="0"/>
            <a:t>Enhance cyber-attack detection by integrating attention into the CNN-</a:t>
          </a:r>
          <a:r>
            <a:rPr lang="en-US" sz="1400" b="0" i="0" kern="1200" dirty="0" err="1"/>
            <a:t>BiLSTM</a:t>
          </a:r>
          <a:r>
            <a:rPr lang="en-US" sz="1400" b="0" i="0" kern="1200" dirty="0"/>
            <a:t> model.
Improve resilience against adversarial attacks.
Deploy and evaluate the system in real-world e-business settings.</a:t>
          </a:r>
          <a:endParaRPr lang="en-US" sz="1400" kern="1200" dirty="0"/>
        </a:p>
      </dsp:txBody>
      <dsp:txXfrm>
        <a:off x="0" y="1781710"/>
        <a:ext cx="8214301" cy="740542"/>
      </dsp:txXfrm>
    </dsp:sp>
    <dsp:sp modelId="{4DD20F06-BCD9-4486-BA90-091218A880B3}">
      <dsp:nvSpPr>
        <dsp:cNvPr id="0" name=""/>
        <dsp:cNvSpPr/>
      </dsp:nvSpPr>
      <dsp:spPr>
        <a:xfrm>
          <a:off x="0" y="2522252"/>
          <a:ext cx="8214301" cy="50544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100000"/>
            </a:lnSpc>
            <a:spcBef>
              <a:spcPct val="0"/>
            </a:spcBef>
            <a:spcAft>
              <a:spcPct val="35000"/>
            </a:spcAft>
            <a:buNone/>
          </a:pPr>
          <a:r>
            <a:rPr lang="en-US" sz="1600" b="1" i="0" kern="1200" dirty="0"/>
            <a:t>Recommendation</a:t>
          </a:r>
          <a:endParaRPr lang="en-US" sz="1600" kern="1200" dirty="0"/>
        </a:p>
      </dsp:txBody>
      <dsp:txXfrm>
        <a:off x="24674" y="2546926"/>
        <a:ext cx="8164953" cy="456092"/>
      </dsp:txXfrm>
    </dsp:sp>
    <dsp:sp modelId="{FB2C92CD-4777-4717-85AE-3ACEE5BDFF4C}">
      <dsp:nvSpPr>
        <dsp:cNvPr id="0" name=""/>
        <dsp:cNvSpPr/>
      </dsp:nvSpPr>
      <dsp:spPr>
        <a:xfrm>
          <a:off x="0" y="3027692"/>
          <a:ext cx="8214301" cy="1006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04" tIns="17780" rIns="99568" bIns="17780" numCol="1" spcCol="1270" anchor="t" anchorCtr="0">
          <a:noAutofit/>
        </a:bodyPr>
        <a:lstStyle/>
        <a:p>
          <a:pPr marL="114300" lvl="1" indent="-114300" algn="l" defTabSz="622300">
            <a:lnSpc>
              <a:spcPct val="100000"/>
            </a:lnSpc>
            <a:spcBef>
              <a:spcPct val="0"/>
            </a:spcBef>
            <a:spcAft>
              <a:spcPct val="20000"/>
            </a:spcAft>
            <a:buFont typeface="Arial" panose="020B0604020202020204" pitchFamily="34" charset="0"/>
            <a:buChar char="•"/>
          </a:pPr>
          <a:r>
            <a:rPr lang="en-US" sz="1400" b="0" i="0" kern="1200" dirty="0"/>
            <a:t>Adopt the CNN-</a:t>
          </a:r>
          <a:r>
            <a:rPr lang="en-US" sz="1400" b="0" i="0" kern="1200" dirty="0" err="1"/>
            <a:t>BiLSTM</a:t>
          </a:r>
          <a:r>
            <a:rPr lang="en-US" sz="1400" b="0" i="0" kern="1200" dirty="0"/>
            <a:t> model as a key component of digital platform cybersecurity.
Invest in training personnel for implementation and understanding of these technologies.
Regularly update security systems with the latest threat detection advancements.</a:t>
          </a:r>
          <a:endParaRPr lang="en-US" sz="1400" kern="1200" dirty="0"/>
        </a:p>
        <a:p>
          <a:pPr marL="171450" lvl="1" indent="-171450" algn="l" defTabSz="711200">
            <a:lnSpc>
              <a:spcPct val="100000"/>
            </a:lnSpc>
            <a:spcBef>
              <a:spcPct val="0"/>
            </a:spcBef>
            <a:spcAft>
              <a:spcPct val="20000"/>
            </a:spcAft>
            <a:buFont typeface="Arial" panose="020B0604020202020204" pitchFamily="34" charset="0"/>
            <a:buChar char="•"/>
          </a:pPr>
          <a:endParaRPr lang="en-US" sz="1600" b="0" i="0" kern="1200" dirty="0"/>
        </a:p>
      </dsp:txBody>
      <dsp:txXfrm>
        <a:off x="0" y="3027692"/>
        <a:ext cx="8214301" cy="1006019"/>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1T15:56:04.570"/>
    </inkml:context>
    <inkml:brush xml:id="br0">
      <inkml:brushProperty name="width" value="0.05" units="cm"/>
      <inkml:brushProperty name="height" value="0.05" units="cm"/>
      <inkml:brushProperty name="color" value="#380290"/>
    </inkml:brush>
  </inkml:definitions>
  <inkml:trace contextRef="#ctx0" brushRef="#br0">8 1 4416 0 0,'-1'0'0'0'0,"-3"6"0"0"0,1 5-48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11T15:56:04.570"/>
    </inkml:context>
    <inkml:brush xml:id="br0">
      <inkml:brushProperty name="width" value="0.05" units="cm"/>
      <inkml:brushProperty name="height" value="0.05" units="cm"/>
      <inkml:brushProperty name="color" value="#380290"/>
    </inkml:brush>
  </inkml:definitions>
  <inkml:trace contextRef="#ctx0" brushRef="#br0">8 1 4416 0 0,'-1'0'0'0'0,"-3"6"0"0"0,1 5-48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a:extLst>
            <a:ext uri="{FF2B5EF4-FFF2-40B4-BE49-F238E27FC236}">
              <a16:creationId xmlns:a16="http://schemas.microsoft.com/office/drawing/2014/main" id="{665E1245-1C5C-7423-19C2-AB4A078C9F5F}"/>
            </a:ext>
          </a:extLst>
        </p:cNvPr>
        <p:cNvGrpSpPr/>
        <p:nvPr/>
      </p:nvGrpSpPr>
      <p:grpSpPr>
        <a:xfrm>
          <a:off x="0" y="0"/>
          <a:ext cx="0" cy="0"/>
          <a:chOff x="0" y="0"/>
          <a:chExt cx="0" cy="0"/>
        </a:xfrm>
      </p:grpSpPr>
      <p:sp>
        <p:nvSpPr>
          <p:cNvPr id="580" name="Google Shape;580;g54dda1946d_6_322:notes">
            <a:extLst>
              <a:ext uri="{FF2B5EF4-FFF2-40B4-BE49-F238E27FC236}">
                <a16:creationId xmlns:a16="http://schemas.microsoft.com/office/drawing/2014/main" id="{8D983E8E-50F3-C6DF-6F79-E8E0D095B6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54dda1946d_6_322:notes">
            <a:extLst>
              <a:ext uri="{FF2B5EF4-FFF2-40B4-BE49-F238E27FC236}">
                <a16:creationId xmlns:a16="http://schemas.microsoft.com/office/drawing/2014/main" id="{1534FE2A-A633-1473-5A2F-2AB9DADBB8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3063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a:extLst>
            <a:ext uri="{FF2B5EF4-FFF2-40B4-BE49-F238E27FC236}">
              <a16:creationId xmlns:a16="http://schemas.microsoft.com/office/drawing/2014/main" id="{71C58608-2C3F-7BEA-28CE-0A93D6DBDE5C}"/>
            </a:ext>
          </a:extLst>
        </p:cNvPr>
        <p:cNvGrpSpPr/>
        <p:nvPr/>
      </p:nvGrpSpPr>
      <p:grpSpPr>
        <a:xfrm>
          <a:off x="0" y="0"/>
          <a:ext cx="0" cy="0"/>
          <a:chOff x="0" y="0"/>
          <a:chExt cx="0" cy="0"/>
        </a:xfrm>
      </p:grpSpPr>
      <p:sp>
        <p:nvSpPr>
          <p:cNvPr id="580" name="Google Shape;580;g54dda1946d_6_322:notes">
            <a:extLst>
              <a:ext uri="{FF2B5EF4-FFF2-40B4-BE49-F238E27FC236}">
                <a16:creationId xmlns:a16="http://schemas.microsoft.com/office/drawing/2014/main" id="{65694031-64E4-D0B2-0240-DF7687CD21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54dda1946d_6_322:notes">
            <a:extLst>
              <a:ext uri="{FF2B5EF4-FFF2-40B4-BE49-F238E27FC236}">
                <a16:creationId xmlns:a16="http://schemas.microsoft.com/office/drawing/2014/main" id="{91FC3F8E-4956-03CA-E658-7AC00A3EC3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3883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53103893-017C-D5F4-E1C9-DCAFB7142AA7}"/>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500530C0-FF25-9128-6D3D-C2AA3D892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7532B7FD-0BB3-5C73-5EFF-013A49A431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3994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33E13720-CBB4-3620-D97B-7B023C4C9959}"/>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364FD7D6-CF48-2539-31D2-B966BD5ED8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276A05EE-8DB1-615B-5990-C20347FBD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1355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6008779E-72BC-5A72-9931-0711A2CB39AA}"/>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A6F8C0AF-E83E-B4E0-EFF5-094692F44D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32D06AF7-9EAF-467A-B791-4A6F1361D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0785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BDF73793-FE97-AA35-C986-3A85B016DBBE}"/>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9B2FC90F-3BED-D855-61A2-725704C246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3987A9B0-33A9-F7DF-127B-45FA0FEFFD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7746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EEA00392-CC22-4752-26AA-8360B8CA2143}"/>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07F4999C-DAC3-13DA-ACF0-D5A353CF03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827F96A0-F040-30E4-2180-BC5DC3FFA2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5447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B299DD6C-2E3D-903E-B0A4-1F12EA50A12F}"/>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F381AD72-CA42-4CC9-9377-2DBE800EA7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1F0016BD-1B45-2478-5CDE-76C12C14FA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119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a:extLst>
            <a:ext uri="{FF2B5EF4-FFF2-40B4-BE49-F238E27FC236}">
              <a16:creationId xmlns:a16="http://schemas.microsoft.com/office/drawing/2014/main" id="{988DE75E-8D36-4252-0713-115E6F7D4F75}"/>
            </a:ext>
          </a:extLst>
        </p:cNvPr>
        <p:cNvGrpSpPr/>
        <p:nvPr/>
      </p:nvGrpSpPr>
      <p:grpSpPr>
        <a:xfrm>
          <a:off x="0" y="0"/>
          <a:ext cx="0" cy="0"/>
          <a:chOff x="0" y="0"/>
          <a:chExt cx="0" cy="0"/>
        </a:xfrm>
      </p:grpSpPr>
      <p:sp>
        <p:nvSpPr>
          <p:cNvPr id="573" name="Google Shape;573;g14072739ea5_12_0:notes">
            <a:extLst>
              <a:ext uri="{FF2B5EF4-FFF2-40B4-BE49-F238E27FC236}">
                <a16:creationId xmlns:a16="http://schemas.microsoft.com/office/drawing/2014/main" id="{6A206F53-8542-89B8-551A-85FA9CF8EE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4072739ea5_12_0:notes">
            <a:extLst>
              <a:ext uri="{FF2B5EF4-FFF2-40B4-BE49-F238E27FC236}">
                <a16:creationId xmlns:a16="http://schemas.microsoft.com/office/drawing/2014/main" id="{636A4556-70A3-BB7E-E571-5698F2422D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6124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452F3F3-28D8-309D-5BFC-1C1B0538D1DD}"/>
            </a:ext>
          </a:extLst>
        </p:cNvPr>
        <p:cNvGrpSpPr/>
        <p:nvPr/>
      </p:nvGrpSpPr>
      <p:grpSpPr>
        <a:xfrm>
          <a:off x="0" y="0"/>
          <a:ext cx="0" cy="0"/>
          <a:chOff x="0" y="0"/>
          <a:chExt cx="0" cy="0"/>
        </a:xfrm>
      </p:grpSpPr>
      <p:sp>
        <p:nvSpPr>
          <p:cNvPr id="614" name="Google Shape;614;g54dda1946d_6_344:notes">
            <a:extLst>
              <a:ext uri="{FF2B5EF4-FFF2-40B4-BE49-F238E27FC236}">
                <a16:creationId xmlns:a16="http://schemas.microsoft.com/office/drawing/2014/main" id="{526E2534-FE04-2A8D-5727-7D63DFA3D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44:notes">
            <a:extLst>
              <a:ext uri="{FF2B5EF4-FFF2-40B4-BE49-F238E27FC236}">
                <a16:creationId xmlns:a16="http://schemas.microsoft.com/office/drawing/2014/main" id="{E4306B2E-6F10-64F9-EC42-5C9F48A454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281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619E311D-B2F9-0AD9-D05E-B912EB4458F7}"/>
            </a:ext>
          </a:extLst>
        </p:cNvPr>
        <p:cNvGrpSpPr/>
        <p:nvPr/>
      </p:nvGrpSpPr>
      <p:grpSpPr>
        <a:xfrm>
          <a:off x="0" y="0"/>
          <a:ext cx="0" cy="0"/>
          <a:chOff x="0" y="0"/>
          <a:chExt cx="0" cy="0"/>
        </a:xfrm>
      </p:grpSpPr>
      <p:sp>
        <p:nvSpPr>
          <p:cNvPr id="614" name="Google Shape;614;g54dda1946d_6_344:notes">
            <a:extLst>
              <a:ext uri="{FF2B5EF4-FFF2-40B4-BE49-F238E27FC236}">
                <a16:creationId xmlns:a16="http://schemas.microsoft.com/office/drawing/2014/main" id="{6AFAB8D1-11DF-9FD0-AEA9-AD322D3A65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44:notes">
            <a:extLst>
              <a:ext uri="{FF2B5EF4-FFF2-40B4-BE49-F238E27FC236}">
                <a16:creationId xmlns:a16="http://schemas.microsoft.com/office/drawing/2014/main" id="{3700CBF3-4389-8546-D8D8-879AD93605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13319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a:extLst>
            <a:ext uri="{FF2B5EF4-FFF2-40B4-BE49-F238E27FC236}">
              <a16:creationId xmlns:a16="http://schemas.microsoft.com/office/drawing/2014/main" id="{4B5FBDBA-BDF1-47B2-5C93-C17E35694426}"/>
            </a:ext>
          </a:extLst>
        </p:cNvPr>
        <p:cNvGrpSpPr/>
        <p:nvPr/>
      </p:nvGrpSpPr>
      <p:grpSpPr>
        <a:xfrm>
          <a:off x="0" y="0"/>
          <a:ext cx="0" cy="0"/>
          <a:chOff x="0" y="0"/>
          <a:chExt cx="0" cy="0"/>
        </a:xfrm>
      </p:grpSpPr>
      <p:sp>
        <p:nvSpPr>
          <p:cNvPr id="558" name="Google Shape;558;g54dda1946d_6_308:notes">
            <a:extLst>
              <a:ext uri="{FF2B5EF4-FFF2-40B4-BE49-F238E27FC236}">
                <a16:creationId xmlns:a16="http://schemas.microsoft.com/office/drawing/2014/main" id="{F86BFB69-ECB3-CC9D-C02E-B5E821419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54dda1946d_6_308:notes">
            <a:extLst>
              <a:ext uri="{FF2B5EF4-FFF2-40B4-BE49-F238E27FC236}">
                <a16:creationId xmlns:a16="http://schemas.microsoft.com/office/drawing/2014/main" id="{C0CADF4C-6CF7-AC43-003E-B290416535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8482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a:xfrm>
            <a:off x="381000" y="685800"/>
            <a:ext cx="6096000" cy="3429000"/>
          </a:xfrm>
        </p:spPr>
      </p:sp>
      <p:sp>
        <p:nvSpPr>
          <p:cNvPr id="3" name="عنصر نائب للملاحظات 2"/>
          <p:cNvSpPr>
            <a:spLocks noGrp="1"/>
          </p:cNvSpPr>
          <p:nvPr>
            <p:ph type="body" idx="1"/>
          </p:nvPr>
        </p:nvSpPr>
        <p:spPr/>
        <p:txBody>
          <a:bodyPr/>
          <a:lstStyle/>
          <a:p>
            <a:endParaRPr lang="ar-SA" dirty="0"/>
          </a:p>
        </p:txBody>
      </p:sp>
    </p:spTree>
    <p:extLst>
      <p:ext uri="{BB962C8B-B14F-4D97-AF65-F5344CB8AC3E}">
        <p14:creationId xmlns:p14="http://schemas.microsoft.com/office/powerpoint/2010/main" val="42697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287F-7890-DBCD-85D6-BAFEB7F7FDC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C0E3B4E5-866D-399A-116E-E926D2ADA180}"/>
              </a:ext>
            </a:extLst>
          </p:cNvPr>
          <p:cNvSpPr>
            <a:spLocks noGrp="1" noRot="1" noChangeAspect="1"/>
          </p:cNvSpPr>
          <p:nvPr>
            <p:ph type="sldImg"/>
          </p:nvPr>
        </p:nvSpPr>
        <p:spPr>
          <a:xfrm>
            <a:off x="381000" y="685800"/>
            <a:ext cx="6096000" cy="3429000"/>
          </a:xfrm>
        </p:spPr>
      </p:sp>
      <p:sp>
        <p:nvSpPr>
          <p:cNvPr id="3" name="عنصر نائب للملاحظات 2">
            <a:extLst>
              <a:ext uri="{FF2B5EF4-FFF2-40B4-BE49-F238E27FC236}">
                <a16:creationId xmlns:a16="http://schemas.microsoft.com/office/drawing/2014/main" id="{271E172B-C900-7A89-12CE-B05AA767991A}"/>
              </a:ext>
            </a:extLst>
          </p:cNvPr>
          <p:cNvSpPr>
            <a:spLocks noGrp="1"/>
          </p:cNvSpPr>
          <p:nvPr>
            <p:ph type="body" idx="1"/>
          </p:nvPr>
        </p:nvSpPr>
        <p:spPr/>
        <p:txBody>
          <a:bodyPr/>
          <a:lstStyle/>
          <a:p>
            <a:endParaRPr lang="ar-SA" dirty="0"/>
          </a:p>
        </p:txBody>
      </p:sp>
    </p:spTree>
    <p:extLst>
      <p:ext uri="{BB962C8B-B14F-4D97-AF65-F5344CB8AC3E}">
        <p14:creationId xmlns:p14="http://schemas.microsoft.com/office/powerpoint/2010/main" val="4194843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B5F7BCC9-EB07-CF78-004D-C471C512A821}"/>
            </a:ext>
          </a:extLst>
        </p:cNvPr>
        <p:cNvGrpSpPr/>
        <p:nvPr/>
      </p:nvGrpSpPr>
      <p:grpSpPr>
        <a:xfrm>
          <a:off x="0" y="0"/>
          <a:ext cx="0" cy="0"/>
          <a:chOff x="0" y="0"/>
          <a:chExt cx="0" cy="0"/>
        </a:xfrm>
      </p:grpSpPr>
      <p:sp>
        <p:nvSpPr>
          <p:cNvPr id="480" name="Google Shape;480;g2acf5799d9d_0_138:notes">
            <a:extLst>
              <a:ext uri="{FF2B5EF4-FFF2-40B4-BE49-F238E27FC236}">
                <a16:creationId xmlns:a16="http://schemas.microsoft.com/office/drawing/2014/main" id="{070B9C6C-E12D-CDD6-260B-EC66683209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acf5799d9d_0_138:notes">
            <a:extLst>
              <a:ext uri="{FF2B5EF4-FFF2-40B4-BE49-F238E27FC236}">
                <a16:creationId xmlns:a16="http://schemas.microsoft.com/office/drawing/2014/main" id="{ABDC4061-92C8-AE18-E04F-EC92315EDE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321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a:extLst>
            <a:ext uri="{FF2B5EF4-FFF2-40B4-BE49-F238E27FC236}">
              <a16:creationId xmlns:a16="http://schemas.microsoft.com/office/drawing/2014/main" id="{254BA649-2FB8-FC1E-99F7-21F90696B77E}"/>
            </a:ext>
          </a:extLst>
        </p:cNvPr>
        <p:cNvGrpSpPr/>
        <p:nvPr/>
      </p:nvGrpSpPr>
      <p:grpSpPr>
        <a:xfrm>
          <a:off x="0" y="0"/>
          <a:ext cx="0" cy="0"/>
          <a:chOff x="0" y="0"/>
          <a:chExt cx="0" cy="0"/>
        </a:xfrm>
      </p:grpSpPr>
      <p:sp>
        <p:nvSpPr>
          <p:cNvPr id="558" name="Google Shape;558;g54dda1946d_6_308:notes">
            <a:extLst>
              <a:ext uri="{FF2B5EF4-FFF2-40B4-BE49-F238E27FC236}">
                <a16:creationId xmlns:a16="http://schemas.microsoft.com/office/drawing/2014/main" id="{40888FB0-68AD-EC0F-FB94-237519CB13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54dda1946d_6_308:notes">
            <a:extLst>
              <a:ext uri="{FF2B5EF4-FFF2-40B4-BE49-F238E27FC236}">
                <a16:creationId xmlns:a16="http://schemas.microsoft.com/office/drawing/2014/main" id="{833C3C7C-0B26-01E6-9E76-AF0E66C27D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6705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17618-AFFE-44D9-51D8-C44AB1FC91B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0352BF5-3CCD-9B84-7FD7-2973D069774C}"/>
              </a:ext>
            </a:extLst>
          </p:cNvPr>
          <p:cNvSpPr>
            <a:spLocks noGrp="1" noRot="1" noChangeAspect="1"/>
          </p:cNvSpPr>
          <p:nvPr>
            <p:ph type="sldImg"/>
          </p:nvPr>
        </p:nvSpPr>
        <p:spPr>
          <a:xfrm>
            <a:off x="381000" y="685800"/>
            <a:ext cx="6096000" cy="3429000"/>
          </a:xfrm>
        </p:spPr>
      </p:sp>
      <p:sp>
        <p:nvSpPr>
          <p:cNvPr id="3" name="عنصر نائب للملاحظات 2">
            <a:extLst>
              <a:ext uri="{FF2B5EF4-FFF2-40B4-BE49-F238E27FC236}">
                <a16:creationId xmlns:a16="http://schemas.microsoft.com/office/drawing/2014/main" id="{31C59779-A2D0-8E87-76E9-C1D3FEAD083C}"/>
              </a:ext>
            </a:extLst>
          </p:cNvPr>
          <p:cNvSpPr>
            <a:spLocks noGrp="1"/>
          </p:cNvSpPr>
          <p:nvPr>
            <p:ph type="body" idx="1"/>
          </p:nvPr>
        </p:nvSpPr>
        <p:spPr/>
        <p:txBody>
          <a:bodyPr/>
          <a:lstStyle/>
          <a:p>
            <a:endParaRPr lang="ar-SA" dirty="0"/>
          </a:p>
        </p:txBody>
      </p:sp>
    </p:spTree>
    <p:extLst>
      <p:ext uri="{BB962C8B-B14F-4D97-AF65-F5344CB8AC3E}">
        <p14:creationId xmlns:p14="http://schemas.microsoft.com/office/powerpoint/2010/main" val="2847760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80A28666-BE2E-C43F-D932-F29A22CA997D}"/>
            </a:ext>
          </a:extLst>
        </p:cNvPr>
        <p:cNvGrpSpPr/>
        <p:nvPr/>
      </p:nvGrpSpPr>
      <p:grpSpPr>
        <a:xfrm>
          <a:off x="0" y="0"/>
          <a:ext cx="0" cy="0"/>
          <a:chOff x="0" y="0"/>
          <a:chExt cx="0" cy="0"/>
        </a:xfrm>
      </p:grpSpPr>
      <p:sp>
        <p:nvSpPr>
          <p:cNvPr id="480" name="Google Shape;480;g2acf5799d9d_0_138:notes">
            <a:extLst>
              <a:ext uri="{FF2B5EF4-FFF2-40B4-BE49-F238E27FC236}">
                <a16:creationId xmlns:a16="http://schemas.microsoft.com/office/drawing/2014/main" id="{71A204DA-EAD9-F3D2-41E5-19E8A4E235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acf5799d9d_0_138:notes">
            <a:extLst>
              <a:ext uri="{FF2B5EF4-FFF2-40B4-BE49-F238E27FC236}">
                <a16:creationId xmlns:a16="http://schemas.microsoft.com/office/drawing/2014/main" id="{83369C78-5F93-AA9A-29C7-B6D22D3D1A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14679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88328904-1E07-EC7D-0583-9567D2C75BB5}"/>
            </a:ext>
          </a:extLst>
        </p:cNvPr>
        <p:cNvGrpSpPr/>
        <p:nvPr/>
      </p:nvGrpSpPr>
      <p:grpSpPr>
        <a:xfrm>
          <a:off x="0" y="0"/>
          <a:ext cx="0" cy="0"/>
          <a:chOff x="0" y="0"/>
          <a:chExt cx="0" cy="0"/>
        </a:xfrm>
      </p:grpSpPr>
      <p:sp>
        <p:nvSpPr>
          <p:cNvPr id="614" name="Google Shape;614;g54dda1946d_6_344:notes">
            <a:extLst>
              <a:ext uri="{FF2B5EF4-FFF2-40B4-BE49-F238E27FC236}">
                <a16:creationId xmlns:a16="http://schemas.microsoft.com/office/drawing/2014/main" id="{E54D0BE0-88CA-56E4-CDE2-CBA6F32D31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44:notes">
            <a:extLst>
              <a:ext uri="{FF2B5EF4-FFF2-40B4-BE49-F238E27FC236}">
                <a16:creationId xmlns:a16="http://schemas.microsoft.com/office/drawing/2014/main" id="{1D593E99-6CE4-5F3C-B871-71CBFC18EA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84862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1779540-6A1F-AC86-B314-F1EFABEFC68A}"/>
            </a:ext>
          </a:extLst>
        </p:cNvPr>
        <p:cNvGrpSpPr/>
        <p:nvPr/>
      </p:nvGrpSpPr>
      <p:grpSpPr>
        <a:xfrm>
          <a:off x="0" y="0"/>
          <a:ext cx="0" cy="0"/>
          <a:chOff x="0" y="0"/>
          <a:chExt cx="0" cy="0"/>
        </a:xfrm>
      </p:grpSpPr>
      <p:sp>
        <p:nvSpPr>
          <p:cNvPr id="614" name="Google Shape;614;g54dda1946d_6_344:notes">
            <a:extLst>
              <a:ext uri="{FF2B5EF4-FFF2-40B4-BE49-F238E27FC236}">
                <a16:creationId xmlns:a16="http://schemas.microsoft.com/office/drawing/2014/main" id="{43E7A3EA-FAE9-BC27-F47C-640871F81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44:notes">
            <a:extLst>
              <a:ext uri="{FF2B5EF4-FFF2-40B4-BE49-F238E27FC236}">
                <a16:creationId xmlns:a16="http://schemas.microsoft.com/office/drawing/2014/main" id="{FC2598A7-53D6-A721-4B1F-350F57756F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1733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2EBA444F-FD34-3476-F0D1-7600CF7B7448}"/>
            </a:ext>
          </a:extLst>
        </p:cNvPr>
        <p:cNvGrpSpPr/>
        <p:nvPr/>
      </p:nvGrpSpPr>
      <p:grpSpPr>
        <a:xfrm>
          <a:off x="0" y="0"/>
          <a:ext cx="0" cy="0"/>
          <a:chOff x="0" y="0"/>
          <a:chExt cx="0" cy="0"/>
        </a:xfrm>
      </p:grpSpPr>
      <p:sp>
        <p:nvSpPr>
          <p:cNvPr id="480" name="Google Shape;480;g2acf5799d9d_0_138:notes">
            <a:extLst>
              <a:ext uri="{FF2B5EF4-FFF2-40B4-BE49-F238E27FC236}">
                <a16:creationId xmlns:a16="http://schemas.microsoft.com/office/drawing/2014/main" id="{500BC1BE-6AC4-35BE-32D0-05D6FCDEE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acf5799d9d_0_138:notes">
            <a:extLst>
              <a:ext uri="{FF2B5EF4-FFF2-40B4-BE49-F238E27FC236}">
                <a16:creationId xmlns:a16="http://schemas.microsoft.com/office/drawing/2014/main" id="{537B9DAA-6C1E-784A-4DC3-33CB4D775F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52027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istory of the Golden Law by Slidesgo"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911100" y="1339163"/>
            <a:ext cx="7321800" cy="198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307600" y="3328538"/>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14" name="Google Shape;14;p3"/>
          <p:cNvSpPr txBox="1">
            <a:spLocks noGrp="1"/>
          </p:cNvSpPr>
          <p:nvPr>
            <p:ph type="title"/>
          </p:nvPr>
        </p:nvSpPr>
        <p:spPr>
          <a:xfrm>
            <a:off x="1291500" y="2079575"/>
            <a:ext cx="5067600" cy="1511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1291500" y="1012925"/>
            <a:ext cx="1652100" cy="9159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a:spLocks noGrp="1"/>
          </p:cNvSpPr>
          <p:nvPr>
            <p:ph type="subTitle" idx="1"/>
          </p:nvPr>
        </p:nvSpPr>
        <p:spPr>
          <a:xfrm>
            <a:off x="1291500" y="3741725"/>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17" name="Google Shape;17;p3"/>
          <p:cNvCxnSpPr/>
          <p:nvPr/>
        </p:nvCxnSpPr>
        <p:spPr>
          <a:xfrm>
            <a:off x="1291500" y="4839800"/>
            <a:ext cx="5466600" cy="0"/>
          </a:xfrm>
          <a:prstGeom prst="straightConnector1">
            <a:avLst/>
          </a:prstGeom>
          <a:noFill/>
          <a:ln w="9525" cap="flat" cmpd="sng">
            <a:solidFill>
              <a:schemeClr val="dk2"/>
            </a:solidFill>
            <a:prstDash val="solid"/>
            <a:round/>
            <a:headEnd type="none" w="med" len="med"/>
            <a:tailEnd type="none" w="med" len="med"/>
          </a:ln>
        </p:spPr>
      </p:cxnSp>
      <p:grpSp>
        <p:nvGrpSpPr>
          <p:cNvPr id="18" name="Google Shape;18;p3"/>
          <p:cNvGrpSpPr/>
          <p:nvPr/>
        </p:nvGrpSpPr>
        <p:grpSpPr>
          <a:xfrm rot="10800000">
            <a:off x="-1828396" y="-707558"/>
            <a:ext cx="2541628" cy="5977500"/>
            <a:chOff x="3163538" y="306007"/>
            <a:chExt cx="2665857" cy="6269666"/>
          </a:xfrm>
        </p:grpSpPr>
        <p:sp>
          <p:nvSpPr>
            <p:cNvPr id="19" name="Google Shape;19;p3"/>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0;p3"/>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3"/>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2;p3"/>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3"/>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3"/>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3"/>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2"/>
        <p:cNvGrpSpPr/>
        <p:nvPr/>
      </p:nvGrpSpPr>
      <p:grpSpPr>
        <a:xfrm>
          <a:off x="0" y="0"/>
          <a:ext cx="0" cy="0"/>
          <a:chOff x="0" y="0"/>
          <a:chExt cx="0" cy="0"/>
        </a:xfrm>
      </p:grpSpPr>
      <p:pic>
        <p:nvPicPr>
          <p:cNvPr id="163" name="Google Shape;163;p13"/>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164" name="Google Shape;164;p13"/>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13"/>
          <p:cNvSpPr txBox="1">
            <a:spLocks noGrp="1"/>
          </p:cNvSpPr>
          <p:nvPr>
            <p:ph type="subTitle" idx="1"/>
          </p:nvPr>
        </p:nvSpPr>
        <p:spPr>
          <a:xfrm>
            <a:off x="720000" y="1625425"/>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cxnSp>
        <p:nvCxnSpPr>
          <p:cNvPr id="166" name="Google Shape;166;p13"/>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grpSp>
        <p:nvGrpSpPr>
          <p:cNvPr id="167" name="Google Shape;167;p13"/>
          <p:cNvGrpSpPr/>
          <p:nvPr/>
        </p:nvGrpSpPr>
        <p:grpSpPr>
          <a:xfrm rot="5400000">
            <a:off x="-1729075" y="-827154"/>
            <a:ext cx="1417170" cy="3332954"/>
            <a:chOff x="3163538" y="306007"/>
            <a:chExt cx="2665857" cy="6269666"/>
          </a:xfrm>
        </p:grpSpPr>
        <p:sp>
          <p:nvSpPr>
            <p:cNvPr id="168" name="Google Shape;168;p13"/>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13"/>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13"/>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13"/>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13"/>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13"/>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13"/>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 name="Google Shape;175;p13"/>
          <p:cNvGrpSpPr/>
          <p:nvPr/>
        </p:nvGrpSpPr>
        <p:grpSpPr>
          <a:xfrm>
            <a:off x="8570145" y="3998601"/>
            <a:ext cx="1008873" cy="1358267"/>
            <a:chOff x="6782650" y="1696232"/>
            <a:chExt cx="2207600" cy="2972138"/>
          </a:xfrm>
        </p:grpSpPr>
        <p:sp>
          <p:nvSpPr>
            <p:cNvPr id="176" name="Google Shape;176;p13"/>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13"/>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13"/>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13"/>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0" name="Google Shape;180;p13"/>
          <p:cNvSpPr/>
          <p:nvPr/>
        </p:nvSpPr>
        <p:spPr>
          <a:xfrm>
            <a:off x="218425" y="4088950"/>
            <a:ext cx="171300" cy="17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81"/>
        <p:cNvGrpSpPr/>
        <p:nvPr/>
      </p:nvGrpSpPr>
      <p:grpSpPr>
        <a:xfrm>
          <a:off x="0" y="0"/>
          <a:ext cx="0" cy="0"/>
          <a:chOff x="0" y="0"/>
          <a:chExt cx="0" cy="0"/>
        </a:xfrm>
      </p:grpSpPr>
      <p:pic>
        <p:nvPicPr>
          <p:cNvPr id="282" name="Google Shape;282;p25"/>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283" name="Google Shape;28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4" name="Google Shape;284;p25"/>
          <p:cNvSpPr txBox="1">
            <a:spLocks noGrp="1"/>
          </p:cNvSpPr>
          <p:nvPr>
            <p:ph type="subTitle" idx="1"/>
          </p:nvPr>
        </p:nvSpPr>
        <p:spPr>
          <a:xfrm>
            <a:off x="4839486" y="2011900"/>
            <a:ext cx="3348000" cy="173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25"/>
          <p:cNvSpPr txBox="1">
            <a:spLocks noGrp="1"/>
          </p:cNvSpPr>
          <p:nvPr>
            <p:ph type="subTitle" idx="2"/>
          </p:nvPr>
        </p:nvSpPr>
        <p:spPr>
          <a:xfrm>
            <a:off x="956525" y="2011900"/>
            <a:ext cx="3348000" cy="173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286" name="Google Shape;286;p25"/>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grpSp>
        <p:nvGrpSpPr>
          <p:cNvPr id="287" name="Google Shape;287;p25"/>
          <p:cNvGrpSpPr/>
          <p:nvPr/>
        </p:nvGrpSpPr>
        <p:grpSpPr>
          <a:xfrm>
            <a:off x="8430775" y="539500"/>
            <a:ext cx="3552900" cy="481400"/>
            <a:chOff x="6304675" y="490675"/>
            <a:chExt cx="3552900" cy="481400"/>
          </a:xfrm>
        </p:grpSpPr>
        <p:cxnSp>
          <p:nvCxnSpPr>
            <p:cNvPr id="288" name="Google Shape;288;p25"/>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89" name="Google Shape;289;p25"/>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90" name="Google Shape;290;p25"/>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91" name="Google Shape;291;p25"/>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92" name="Google Shape;292;p25"/>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grpSp>
        <p:nvGrpSpPr>
          <p:cNvPr id="293" name="Google Shape;293;p25"/>
          <p:cNvGrpSpPr/>
          <p:nvPr/>
        </p:nvGrpSpPr>
        <p:grpSpPr>
          <a:xfrm>
            <a:off x="-471055" y="4087726"/>
            <a:ext cx="1008873" cy="1358267"/>
            <a:chOff x="6782650" y="1696232"/>
            <a:chExt cx="2207600" cy="2972138"/>
          </a:xfrm>
        </p:grpSpPr>
        <p:sp>
          <p:nvSpPr>
            <p:cNvPr id="294" name="Google Shape;294;p25"/>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25"/>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 name="Google Shape;296;p25"/>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25"/>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98" name="Google Shape;298;p25"/>
          <p:cNvSpPr/>
          <p:nvPr/>
        </p:nvSpPr>
        <p:spPr>
          <a:xfrm>
            <a:off x="7895275" y="179425"/>
            <a:ext cx="171300" cy="17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99"/>
        <p:cNvGrpSpPr/>
        <p:nvPr/>
      </p:nvGrpSpPr>
      <p:grpSpPr>
        <a:xfrm>
          <a:off x="0" y="0"/>
          <a:ext cx="0" cy="0"/>
          <a:chOff x="0" y="0"/>
          <a:chExt cx="0" cy="0"/>
        </a:xfrm>
      </p:grpSpPr>
      <p:pic>
        <p:nvPicPr>
          <p:cNvPr id="300" name="Google Shape;300;p26"/>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301" name="Google Shape;301;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2" name="Google Shape;302;p26"/>
          <p:cNvSpPr txBox="1">
            <a:spLocks noGrp="1"/>
          </p:cNvSpPr>
          <p:nvPr>
            <p:ph type="subTitle" idx="1"/>
          </p:nvPr>
        </p:nvSpPr>
        <p:spPr>
          <a:xfrm>
            <a:off x="834575" y="2788979"/>
            <a:ext cx="22371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 name="Google Shape;303;p26"/>
          <p:cNvSpPr txBox="1">
            <a:spLocks noGrp="1"/>
          </p:cNvSpPr>
          <p:nvPr>
            <p:ph type="subTitle" idx="2"/>
          </p:nvPr>
        </p:nvSpPr>
        <p:spPr>
          <a:xfrm>
            <a:off x="3453442" y="2788979"/>
            <a:ext cx="22371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4" name="Google Shape;304;p26"/>
          <p:cNvSpPr txBox="1">
            <a:spLocks noGrp="1"/>
          </p:cNvSpPr>
          <p:nvPr>
            <p:ph type="subTitle" idx="3"/>
          </p:nvPr>
        </p:nvSpPr>
        <p:spPr>
          <a:xfrm>
            <a:off x="6072316" y="2788979"/>
            <a:ext cx="22371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5" name="Google Shape;305;p26"/>
          <p:cNvSpPr txBox="1">
            <a:spLocks noGrp="1"/>
          </p:cNvSpPr>
          <p:nvPr>
            <p:ph type="subTitle" idx="4"/>
          </p:nvPr>
        </p:nvSpPr>
        <p:spPr>
          <a:xfrm>
            <a:off x="834575" y="2281375"/>
            <a:ext cx="2237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itter"/>
              <a:buNone/>
              <a:defRPr sz="2400" b="1">
                <a:solidFill>
                  <a:schemeClr val="dk1"/>
                </a:solidFill>
                <a:latin typeface="Bitter"/>
                <a:ea typeface="Bitter"/>
                <a:cs typeface="Bitter"/>
                <a:sym typeface="Bitter"/>
              </a:defRPr>
            </a:lvl1pPr>
            <a:lvl2pPr lvl="1" algn="ctr" rtl="0">
              <a:lnSpc>
                <a:spcPct val="100000"/>
              </a:lnSpc>
              <a:spcBef>
                <a:spcPts val="0"/>
              </a:spcBef>
              <a:spcAft>
                <a:spcPts val="0"/>
              </a:spcAft>
              <a:buSzPts val="2400"/>
              <a:buFont typeface="Bitter"/>
              <a:buNone/>
              <a:defRPr sz="2400" b="1">
                <a:latin typeface="Bitter"/>
                <a:ea typeface="Bitter"/>
                <a:cs typeface="Bitter"/>
                <a:sym typeface="Bitter"/>
              </a:defRPr>
            </a:lvl2pPr>
            <a:lvl3pPr lvl="2" algn="ctr" rtl="0">
              <a:lnSpc>
                <a:spcPct val="100000"/>
              </a:lnSpc>
              <a:spcBef>
                <a:spcPts val="0"/>
              </a:spcBef>
              <a:spcAft>
                <a:spcPts val="0"/>
              </a:spcAft>
              <a:buSzPts val="2400"/>
              <a:buFont typeface="Bitter"/>
              <a:buNone/>
              <a:defRPr sz="2400" b="1">
                <a:latin typeface="Bitter"/>
                <a:ea typeface="Bitter"/>
                <a:cs typeface="Bitter"/>
                <a:sym typeface="Bitter"/>
              </a:defRPr>
            </a:lvl3pPr>
            <a:lvl4pPr lvl="3" algn="ctr" rtl="0">
              <a:lnSpc>
                <a:spcPct val="100000"/>
              </a:lnSpc>
              <a:spcBef>
                <a:spcPts val="0"/>
              </a:spcBef>
              <a:spcAft>
                <a:spcPts val="0"/>
              </a:spcAft>
              <a:buSzPts val="2400"/>
              <a:buFont typeface="Bitter"/>
              <a:buNone/>
              <a:defRPr sz="2400" b="1">
                <a:latin typeface="Bitter"/>
                <a:ea typeface="Bitter"/>
                <a:cs typeface="Bitter"/>
                <a:sym typeface="Bitter"/>
              </a:defRPr>
            </a:lvl4pPr>
            <a:lvl5pPr lvl="4" algn="ctr" rtl="0">
              <a:lnSpc>
                <a:spcPct val="100000"/>
              </a:lnSpc>
              <a:spcBef>
                <a:spcPts val="0"/>
              </a:spcBef>
              <a:spcAft>
                <a:spcPts val="0"/>
              </a:spcAft>
              <a:buSzPts val="2400"/>
              <a:buFont typeface="Bitter"/>
              <a:buNone/>
              <a:defRPr sz="2400" b="1">
                <a:latin typeface="Bitter"/>
                <a:ea typeface="Bitter"/>
                <a:cs typeface="Bitter"/>
                <a:sym typeface="Bitter"/>
              </a:defRPr>
            </a:lvl5pPr>
            <a:lvl6pPr lvl="5" algn="ctr" rtl="0">
              <a:lnSpc>
                <a:spcPct val="100000"/>
              </a:lnSpc>
              <a:spcBef>
                <a:spcPts val="0"/>
              </a:spcBef>
              <a:spcAft>
                <a:spcPts val="0"/>
              </a:spcAft>
              <a:buSzPts val="2400"/>
              <a:buFont typeface="Bitter"/>
              <a:buNone/>
              <a:defRPr sz="2400" b="1">
                <a:latin typeface="Bitter"/>
                <a:ea typeface="Bitter"/>
                <a:cs typeface="Bitter"/>
                <a:sym typeface="Bitter"/>
              </a:defRPr>
            </a:lvl6pPr>
            <a:lvl7pPr lvl="6" algn="ctr" rtl="0">
              <a:lnSpc>
                <a:spcPct val="100000"/>
              </a:lnSpc>
              <a:spcBef>
                <a:spcPts val="0"/>
              </a:spcBef>
              <a:spcAft>
                <a:spcPts val="0"/>
              </a:spcAft>
              <a:buSzPts val="2400"/>
              <a:buFont typeface="Bitter"/>
              <a:buNone/>
              <a:defRPr sz="2400" b="1">
                <a:latin typeface="Bitter"/>
                <a:ea typeface="Bitter"/>
                <a:cs typeface="Bitter"/>
                <a:sym typeface="Bitter"/>
              </a:defRPr>
            </a:lvl7pPr>
            <a:lvl8pPr lvl="7" algn="ctr" rtl="0">
              <a:lnSpc>
                <a:spcPct val="100000"/>
              </a:lnSpc>
              <a:spcBef>
                <a:spcPts val="0"/>
              </a:spcBef>
              <a:spcAft>
                <a:spcPts val="0"/>
              </a:spcAft>
              <a:buSzPts val="2400"/>
              <a:buFont typeface="Bitter"/>
              <a:buNone/>
              <a:defRPr sz="2400" b="1">
                <a:latin typeface="Bitter"/>
                <a:ea typeface="Bitter"/>
                <a:cs typeface="Bitter"/>
                <a:sym typeface="Bitter"/>
              </a:defRPr>
            </a:lvl8pPr>
            <a:lvl9pPr lvl="8" algn="ctr" rtl="0">
              <a:lnSpc>
                <a:spcPct val="100000"/>
              </a:lnSpc>
              <a:spcBef>
                <a:spcPts val="0"/>
              </a:spcBef>
              <a:spcAft>
                <a:spcPts val="0"/>
              </a:spcAft>
              <a:buSzPts val="2400"/>
              <a:buFont typeface="Bitter"/>
              <a:buNone/>
              <a:defRPr sz="2400" b="1">
                <a:latin typeface="Bitter"/>
                <a:ea typeface="Bitter"/>
                <a:cs typeface="Bitter"/>
                <a:sym typeface="Bitter"/>
              </a:defRPr>
            </a:lvl9pPr>
          </a:lstStyle>
          <a:p>
            <a:endParaRPr/>
          </a:p>
        </p:txBody>
      </p:sp>
      <p:sp>
        <p:nvSpPr>
          <p:cNvPr id="306" name="Google Shape;306;p26"/>
          <p:cNvSpPr txBox="1">
            <a:spLocks noGrp="1"/>
          </p:cNvSpPr>
          <p:nvPr>
            <p:ph type="subTitle" idx="5"/>
          </p:nvPr>
        </p:nvSpPr>
        <p:spPr>
          <a:xfrm>
            <a:off x="3453446" y="2281375"/>
            <a:ext cx="2237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itter"/>
              <a:buNone/>
              <a:defRPr sz="2400" b="1">
                <a:solidFill>
                  <a:schemeClr val="dk1"/>
                </a:solidFill>
                <a:latin typeface="Bitter"/>
                <a:ea typeface="Bitter"/>
                <a:cs typeface="Bitter"/>
                <a:sym typeface="Bitter"/>
              </a:defRPr>
            </a:lvl1pPr>
            <a:lvl2pPr lvl="1" algn="ctr" rtl="0">
              <a:lnSpc>
                <a:spcPct val="100000"/>
              </a:lnSpc>
              <a:spcBef>
                <a:spcPts val="0"/>
              </a:spcBef>
              <a:spcAft>
                <a:spcPts val="0"/>
              </a:spcAft>
              <a:buSzPts val="2400"/>
              <a:buFont typeface="Bitter"/>
              <a:buNone/>
              <a:defRPr sz="2400" b="1">
                <a:latin typeface="Bitter"/>
                <a:ea typeface="Bitter"/>
                <a:cs typeface="Bitter"/>
                <a:sym typeface="Bitter"/>
              </a:defRPr>
            </a:lvl2pPr>
            <a:lvl3pPr lvl="2" algn="ctr" rtl="0">
              <a:lnSpc>
                <a:spcPct val="100000"/>
              </a:lnSpc>
              <a:spcBef>
                <a:spcPts val="0"/>
              </a:spcBef>
              <a:spcAft>
                <a:spcPts val="0"/>
              </a:spcAft>
              <a:buSzPts val="2400"/>
              <a:buFont typeface="Bitter"/>
              <a:buNone/>
              <a:defRPr sz="2400" b="1">
                <a:latin typeface="Bitter"/>
                <a:ea typeface="Bitter"/>
                <a:cs typeface="Bitter"/>
                <a:sym typeface="Bitter"/>
              </a:defRPr>
            </a:lvl3pPr>
            <a:lvl4pPr lvl="3" algn="ctr" rtl="0">
              <a:lnSpc>
                <a:spcPct val="100000"/>
              </a:lnSpc>
              <a:spcBef>
                <a:spcPts val="0"/>
              </a:spcBef>
              <a:spcAft>
                <a:spcPts val="0"/>
              </a:spcAft>
              <a:buSzPts val="2400"/>
              <a:buFont typeface="Bitter"/>
              <a:buNone/>
              <a:defRPr sz="2400" b="1">
                <a:latin typeface="Bitter"/>
                <a:ea typeface="Bitter"/>
                <a:cs typeface="Bitter"/>
                <a:sym typeface="Bitter"/>
              </a:defRPr>
            </a:lvl4pPr>
            <a:lvl5pPr lvl="4" algn="ctr" rtl="0">
              <a:lnSpc>
                <a:spcPct val="100000"/>
              </a:lnSpc>
              <a:spcBef>
                <a:spcPts val="0"/>
              </a:spcBef>
              <a:spcAft>
                <a:spcPts val="0"/>
              </a:spcAft>
              <a:buSzPts val="2400"/>
              <a:buFont typeface="Bitter"/>
              <a:buNone/>
              <a:defRPr sz="2400" b="1">
                <a:latin typeface="Bitter"/>
                <a:ea typeface="Bitter"/>
                <a:cs typeface="Bitter"/>
                <a:sym typeface="Bitter"/>
              </a:defRPr>
            </a:lvl5pPr>
            <a:lvl6pPr lvl="5" algn="ctr" rtl="0">
              <a:lnSpc>
                <a:spcPct val="100000"/>
              </a:lnSpc>
              <a:spcBef>
                <a:spcPts val="0"/>
              </a:spcBef>
              <a:spcAft>
                <a:spcPts val="0"/>
              </a:spcAft>
              <a:buSzPts val="2400"/>
              <a:buFont typeface="Bitter"/>
              <a:buNone/>
              <a:defRPr sz="2400" b="1">
                <a:latin typeface="Bitter"/>
                <a:ea typeface="Bitter"/>
                <a:cs typeface="Bitter"/>
                <a:sym typeface="Bitter"/>
              </a:defRPr>
            </a:lvl6pPr>
            <a:lvl7pPr lvl="6" algn="ctr" rtl="0">
              <a:lnSpc>
                <a:spcPct val="100000"/>
              </a:lnSpc>
              <a:spcBef>
                <a:spcPts val="0"/>
              </a:spcBef>
              <a:spcAft>
                <a:spcPts val="0"/>
              </a:spcAft>
              <a:buSzPts val="2400"/>
              <a:buFont typeface="Bitter"/>
              <a:buNone/>
              <a:defRPr sz="2400" b="1">
                <a:latin typeface="Bitter"/>
                <a:ea typeface="Bitter"/>
                <a:cs typeface="Bitter"/>
                <a:sym typeface="Bitter"/>
              </a:defRPr>
            </a:lvl7pPr>
            <a:lvl8pPr lvl="7" algn="ctr" rtl="0">
              <a:lnSpc>
                <a:spcPct val="100000"/>
              </a:lnSpc>
              <a:spcBef>
                <a:spcPts val="0"/>
              </a:spcBef>
              <a:spcAft>
                <a:spcPts val="0"/>
              </a:spcAft>
              <a:buSzPts val="2400"/>
              <a:buFont typeface="Bitter"/>
              <a:buNone/>
              <a:defRPr sz="2400" b="1">
                <a:latin typeface="Bitter"/>
                <a:ea typeface="Bitter"/>
                <a:cs typeface="Bitter"/>
                <a:sym typeface="Bitter"/>
              </a:defRPr>
            </a:lvl8pPr>
            <a:lvl9pPr lvl="8" algn="ctr" rtl="0">
              <a:lnSpc>
                <a:spcPct val="100000"/>
              </a:lnSpc>
              <a:spcBef>
                <a:spcPts val="0"/>
              </a:spcBef>
              <a:spcAft>
                <a:spcPts val="0"/>
              </a:spcAft>
              <a:buSzPts val="2400"/>
              <a:buFont typeface="Bitter"/>
              <a:buNone/>
              <a:defRPr sz="2400" b="1">
                <a:latin typeface="Bitter"/>
                <a:ea typeface="Bitter"/>
                <a:cs typeface="Bitter"/>
                <a:sym typeface="Bitter"/>
              </a:defRPr>
            </a:lvl9pPr>
          </a:lstStyle>
          <a:p>
            <a:endParaRPr/>
          </a:p>
        </p:txBody>
      </p:sp>
      <p:sp>
        <p:nvSpPr>
          <p:cNvPr id="307" name="Google Shape;307;p26"/>
          <p:cNvSpPr txBox="1">
            <a:spLocks noGrp="1"/>
          </p:cNvSpPr>
          <p:nvPr>
            <p:ph type="subTitle" idx="6"/>
          </p:nvPr>
        </p:nvSpPr>
        <p:spPr>
          <a:xfrm>
            <a:off x="6072316" y="2281375"/>
            <a:ext cx="2237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itter"/>
              <a:buNone/>
              <a:defRPr sz="2400" b="1">
                <a:solidFill>
                  <a:schemeClr val="dk1"/>
                </a:solidFill>
                <a:latin typeface="Bitter"/>
                <a:ea typeface="Bitter"/>
                <a:cs typeface="Bitter"/>
                <a:sym typeface="Bitter"/>
              </a:defRPr>
            </a:lvl1pPr>
            <a:lvl2pPr lvl="1" algn="ctr" rtl="0">
              <a:lnSpc>
                <a:spcPct val="100000"/>
              </a:lnSpc>
              <a:spcBef>
                <a:spcPts val="0"/>
              </a:spcBef>
              <a:spcAft>
                <a:spcPts val="0"/>
              </a:spcAft>
              <a:buSzPts val="2400"/>
              <a:buFont typeface="Bitter"/>
              <a:buNone/>
              <a:defRPr sz="2400" b="1">
                <a:latin typeface="Bitter"/>
                <a:ea typeface="Bitter"/>
                <a:cs typeface="Bitter"/>
                <a:sym typeface="Bitter"/>
              </a:defRPr>
            </a:lvl2pPr>
            <a:lvl3pPr lvl="2" algn="ctr" rtl="0">
              <a:lnSpc>
                <a:spcPct val="100000"/>
              </a:lnSpc>
              <a:spcBef>
                <a:spcPts val="0"/>
              </a:spcBef>
              <a:spcAft>
                <a:spcPts val="0"/>
              </a:spcAft>
              <a:buSzPts val="2400"/>
              <a:buFont typeface="Bitter"/>
              <a:buNone/>
              <a:defRPr sz="2400" b="1">
                <a:latin typeface="Bitter"/>
                <a:ea typeface="Bitter"/>
                <a:cs typeface="Bitter"/>
                <a:sym typeface="Bitter"/>
              </a:defRPr>
            </a:lvl3pPr>
            <a:lvl4pPr lvl="3" algn="ctr" rtl="0">
              <a:lnSpc>
                <a:spcPct val="100000"/>
              </a:lnSpc>
              <a:spcBef>
                <a:spcPts val="0"/>
              </a:spcBef>
              <a:spcAft>
                <a:spcPts val="0"/>
              </a:spcAft>
              <a:buSzPts val="2400"/>
              <a:buFont typeface="Bitter"/>
              <a:buNone/>
              <a:defRPr sz="2400" b="1">
                <a:latin typeface="Bitter"/>
                <a:ea typeface="Bitter"/>
                <a:cs typeface="Bitter"/>
                <a:sym typeface="Bitter"/>
              </a:defRPr>
            </a:lvl4pPr>
            <a:lvl5pPr lvl="4" algn="ctr" rtl="0">
              <a:lnSpc>
                <a:spcPct val="100000"/>
              </a:lnSpc>
              <a:spcBef>
                <a:spcPts val="0"/>
              </a:spcBef>
              <a:spcAft>
                <a:spcPts val="0"/>
              </a:spcAft>
              <a:buSzPts val="2400"/>
              <a:buFont typeface="Bitter"/>
              <a:buNone/>
              <a:defRPr sz="2400" b="1">
                <a:latin typeface="Bitter"/>
                <a:ea typeface="Bitter"/>
                <a:cs typeface="Bitter"/>
                <a:sym typeface="Bitter"/>
              </a:defRPr>
            </a:lvl5pPr>
            <a:lvl6pPr lvl="5" algn="ctr" rtl="0">
              <a:lnSpc>
                <a:spcPct val="100000"/>
              </a:lnSpc>
              <a:spcBef>
                <a:spcPts val="0"/>
              </a:spcBef>
              <a:spcAft>
                <a:spcPts val="0"/>
              </a:spcAft>
              <a:buSzPts val="2400"/>
              <a:buFont typeface="Bitter"/>
              <a:buNone/>
              <a:defRPr sz="2400" b="1">
                <a:latin typeface="Bitter"/>
                <a:ea typeface="Bitter"/>
                <a:cs typeface="Bitter"/>
                <a:sym typeface="Bitter"/>
              </a:defRPr>
            </a:lvl6pPr>
            <a:lvl7pPr lvl="6" algn="ctr" rtl="0">
              <a:lnSpc>
                <a:spcPct val="100000"/>
              </a:lnSpc>
              <a:spcBef>
                <a:spcPts val="0"/>
              </a:spcBef>
              <a:spcAft>
                <a:spcPts val="0"/>
              </a:spcAft>
              <a:buSzPts val="2400"/>
              <a:buFont typeface="Bitter"/>
              <a:buNone/>
              <a:defRPr sz="2400" b="1">
                <a:latin typeface="Bitter"/>
                <a:ea typeface="Bitter"/>
                <a:cs typeface="Bitter"/>
                <a:sym typeface="Bitter"/>
              </a:defRPr>
            </a:lvl7pPr>
            <a:lvl8pPr lvl="7" algn="ctr" rtl="0">
              <a:lnSpc>
                <a:spcPct val="100000"/>
              </a:lnSpc>
              <a:spcBef>
                <a:spcPts val="0"/>
              </a:spcBef>
              <a:spcAft>
                <a:spcPts val="0"/>
              </a:spcAft>
              <a:buSzPts val="2400"/>
              <a:buFont typeface="Bitter"/>
              <a:buNone/>
              <a:defRPr sz="2400" b="1">
                <a:latin typeface="Bitter"/>
                <a:ea typeface="Bitter"/>
                <a:cs typeface="Bitter"/>
                <a:sym typeface="Bitter"/>
              </a:defRPr>
            </a:lvl8pPr>
            <a:lvl9pPr lvl="8" algn="ctr" rtl="0">
              <a:lnSpc>
                <a:spcPct val="100000"/>
              </a:lnSpc>
              <a:spcBef>
                <a:spcPts val="0"/>
              </a:spcBef>
              <a:spcAft>
                <a:spcPts val="0"/>
              </a:spcAft>
              <a:buSzPts val="2400"/>
              <a:buFont typeface="Bitter"/>
              <a:buNone/>
              <a:defRPr sz="2400" b="1">
                <a:latin typeface="Bitter"/>
                <a:ea typeface="Bitter"/>
                <a:cs typeface="Bitter"/>
                <a:sym typeface="Bitter"/>
              </a:defRPr>
            </a:lvl9pPr>
          </a:lstStyle>
          <a:p>
            <a:endParaRPr/>
          </a:p>
        </p:txBody>
      </p:sp>
      <p:cxnSp>
        <p:nvCxnSpPr>
          <p:cNvPr id="308" name="Google Shape;308;p26"/>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26"/>
          <p:cNvGrpSpPr/>
          <p:nvPr/>
        </p:nvGrpSpPr>
        <p:grpSpPr>
          <a:xfrm rot="-8595096">
            <a:off x="-307423" y="-535145"/>
            <a:ext cx="1020223" cy="1373547"/>
            <a:chOff x="6782650" y="1696232"/>
            <a:chExt cx="2207600" cy="2972138"/>
          </a:xfrm>
        </p:grpSpPr>
        <p:sp>
          <p:nvSpPr>
            <p:cNvPr id="310" name="Google Shape;310;p26"/>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26"/>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26"/>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26"/>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4" name="Google Shape;314;p26"/>
          <p:cNvGrpSpPr/>
          <p:nvPr/>
        </p:nvGrpSpPr>
        <p:grpSpPr>
          <a:xfrm rot="-3599601">
            <a:off x="9216146" y="4074966"/>
            <a:ext cx="1179671" cy="2774939"/>
            <a:chOff x="3163538" y="306007"/>
            <a:chExt cx="2665857" cy="6269666"/>
          </a:xfrm>
        </p:grpSpPr>
        <p:sp>
          <p:nvSpPr>
            <p:cNvPr id="315" name="Google Shape;315;p26"/>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26"/>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26"/>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26"/>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26"/>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26"/>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26"/>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2" name="Google Shape;322;p26"/>
          <p:cNvSpPr/>
          <p:nvPr/>
        </p:nvSpPr>
        <p:spPr>
          <a:xfrm>
            <a:off x="117038" y="942875"/>
            <a:ext cx="171300" cy="17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10"/>
        <p:cNvGrpSpPr/>
        <p:nvPr/>
      </p:nvGrpSpPr>
      <p:grpSpPr>
        <a:xfrm>
          <a:off x="0" y="0"/>
          <a:ext cx="0" cy="0"/>
          <a:chOff x="0" y="0"/>
          <a:chExt cx="0" cy="0"/>
        </a:xfrm>
      </p:grpSpPr>
      <p:pic>
        <p:nvPicPr>
          <p:cNvPr id="411" name="Google Shape;411;p31"/>
          <p:cNvPicPr preferRelativeResize="0"/>
          <p:nvPr/>
        </p:nvPicPr>
        <p:blipFill>
          <a:blip r:embed="rId2">
            <a:alphaModFix amt="61000"/>
          </a:blip>
          <a:stretch>
            <a:fillRect/>
          </a:stretch>
        </p:blipFill>
        <p:spPr>
          <a:xfrm>
            <a:off x="0" y="0"/>
            <a:ext cx="9144000" cy="5143500"/>
          </a:xfrm>
          <a:prstGeom prst="rect">
            <a:avLst/>
          </a:prstGeom>
          <a:noFill/>
          <a:ln>
            <a:noFill/>
          </a:ln>
        </p:spPr>
      </p:pic>
      <p:grpSp>
        <p:nvGrpSpPr>
          <p:cNvPr id="412" name="Google Shape;412;p31"/>
          <p:cNvGrpSpPr/>
          <p:nvPr/>
        </p:nvGrpSpPr>
        <p:grpSpPr>
          <a:xfrm rot="-9124578">
            <a:off x="-257140" y="-472880"/>
            <a:ext cx="1020135" cy="1373430"/>
            <a:chOff x="6782650" y="1696232"/>
            <a:chExt cx="2207600" cy="2972138"/>
          </a:xfrm>
        </p:grpSpPr>
        <p:sp>
          <p:nvSpPr>
            <p:cNvPr id="413" name="Google Shape;413;p31"/>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31"/>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31"/>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31"/>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7" name="Google Shape;417;p31"/>
          <p:cNvGrpSpPr/>
          <p:nvPr/>
        </p:nvGrpSpPr>
        <p:grpSpPr>
          <a:xfrm rot="2700000">
            <a:off x="-523445" y="4112270"/>
            <a:ext cx="798505" cy="1878842"/>
            <a:chOff x="3163538" y="306007"/>
            <a:chExt cx="2665857" cy="6269666"/>
          </a:xfrm>
        </p:grpSpPr>
        <p:sp>
          <p:nvSpPr>
            <p:cNvPr id="418" name="Google Shape;418;p31"/>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31"/>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31"/>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31"/>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31"/>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31"/>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31"/>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5" name="Google Shape;425;p31"/>
          <p:cNvGrpSpPr/>
          <p:nvPr/>
        </p:nvGrpSpPr>
        <p:grpSpPr>
          <a:xfrm>
            <a:off x="8544479" y="2588004"/>
            <a:ext cx="3256588" cy="441251"/>
            <a:chOff x="6304675" y="490675"/>
            <a:chExt cx="3552900" cy="481400"/>
          </a:xfrm>
        </p:grpSpPr>
        <p:cxnSp>
          <p:nvCxnSpPr>
            <p:cNvPr id="426" name="Google Shape;426;p31"/>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27" name="Google Shape;427;p31"/>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28" name="Google Shape;428;p31"/>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29" name="Google Shape;429;p31"/>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30" name="Google Shape;430;p31"/>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31"/>
        <p:cNvGrpSpPr/>
        <p:nvPr/>
      </p:nvGrpSpPr>
      <p:grpSpPr>
        <a:xfrm>
          <a:off x="0" y="0"/>
          <a:ext cx="0" cy="0"/>
          <a:chOff x="0" y="0"/>
          <a:chExt cx="0" cy="0"/>
        </a:xfrm>
      </p:grpSpPr>
      <p:pic>
        <p:nvPicPr>
          <p:cNvPr id="432" name="Google Shape;432;p32"/>
          <p:cNvPicPr preferRelativeResize="0"/>
          <p:nvPr/>
        </p:nvPicPr>
        <p:blipFill>
          <a:blip r:embed="rId2">
            <a:alphaModFix amt="61000"/>
          </a:blip>
          <a:stretch>
            <a:fillRect/>
          </a:stretch>
        </p:blipFill>
        <p:spPr>
          <a:xfrm>
            <a:off x="0" y="0"/>
            <a:ext cx="9144000" cy="5143500"/>
          </a:xfrm>
          <a:prstGeom prst="rect">
            <a:avLst/>
          </a:prstGeom>
          <a:noFill/>
          <a:ln>
            <a:noFill/>
          </a:ln>
        </p:spPr>
      </p:pic>
      <p:grpSp>
        <p:nvGrpSpPr>
          <p:cNvPr id="433" name="Google Shape;433;p32"/>
          <p:cNvGrpSpPr/>
          <p:nvPr/>
        </p:nvGrpSpPr>
        <p:grpSpPr>
          <a:xfrm rot="8100000">
            <a:off x="-387052" y="-1010919"/>
            <a:ext cx="795866" cy="1871749"/>
            <a:chOff x="3163538" y="306007"/>
            <a:chExt cx="2665857" cy="6269666"/>
          </a:xfrm>
        </p:grpSpPr>
        <p:sp>
          <p:nvSpPr>
            <p:cNvPr id="434" name="Google Shape;434;p32"/>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32"/>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32"/>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32"/>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32"/>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32"/>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32"/>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1" name="Google Shape;441;p32"/>
          <p:cNvGrpSpPr/>
          <p:nvPr/>
        </p:nvGrpSpPr>
        <p:grpSpPr>
          <a:xfrm rot="-9124529">
            <a:off x="8788287" y="3125935"/>
            <a:ext cx="844747" cy="1137301"/>
            <a:chOff x="6782650" y="1696232"/>
            <a:chExt cx="2207600" cy="2972138"/>
          </a:xfrm>
        </p:grpSpPr>
        <p:sp>
          <p:nvSpPr>
            <p:cNvPr id="442" name="Google Shape;442;p32"/>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32"/>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32"/>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32"/>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6" name="Google Shape;446;p32"/>
          <p:cNvGrpSpPr/>
          <p:nvPr/>
        </p:nvGrpSpPr>
        <p:grpSpPr>
          <a:xfrm>
            <a:off x="-1596789" y="4702260"/>
            <a:ext cx="2696296" cy="365334"/>
            <a:chOff x="6304675" y="490675"/>
            <a:chExt cx="3552900" cy="481400"/>
          </a:xfrm>
        </p:grpSpPr>
        <p:cxnSp>
          <p:nvCxnSpPr>
            <p:cNvPr id="447" name="Google Shape;447;p32"/>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48" name="Google Shape;448;p32"/>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49" name="Google Shape;449;p32"/>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50" name="Google Shape;450;p32"/>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51" name="Google Shape;451;p32"/>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2"/>
        <p:cNvGrpSpPr/>
        <p:nvPr/>
      </p:nvGrpSpPr>
      <p:grpSpPr>
        <a:xfrm>
          <a:off x="0" y="0"/>
          <a:ext cx="0" cy="0"/>
          <a:chOff x="0" y="0"/>
          <a:chExt cx="0" cy="0"/>
        </a:xfrm>
      </p:grpSpPr>
      <p:pic>
        <p:nvPicPr>
          <p:cNvPr id="53" name="Google Shape;53;p6"/>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54" name="Google Shape;5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cxnSp>
        <p:nvCxnSpPr>
          <p:cNvPr id="55" name="Google Shape;55;p6"/>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98017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History of the Golden Law by Slidesgo" type="title">
  <p:cSld name="History of the Golden Law by Slidesgo">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911100" y="1339163"/>
            <a:ext cx="7321800" cy="198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307600" y="3328538"/>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extLst>
      <p:ext uri="{BB962C8B-B14F-4D97-AF65-F5344CB8AC3E}">
        <p14:creationId xmlns:p14="http://schemas.microsoft.com/office/powerpoint/2010/main" val="3203321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14" name="Google Shape;14;p3"/>
          <p:cNvSpPr txBox="1">
            <a:spLocks noGrp="1"/>
          </p:cNvSpPr>
          <p:nvPr>
            <p:ph type="title"/>
          </p:nvPr>
        </p:nvSpPr>
        <p:spPr>
          <a:xfrm>
            <a:off x="1291500" y="2079575"/>
            <a:ext cx="5067600" cy="1511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1291500" y="1012925"/>
            <a:ext cx="1652100" cy="9159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a:spLocks noGrp="1"/>
          </p:cNvSpPr>
          <p:nvPr>
            <p:ph type="subTitle" idx="1"/>
          </p:nvPr>
        </p:nvSpPr>
        <p:spPr>
          <a:xfrm>
            <a:off x="1291500" y="3741725"/>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17" name="Google Shape;17;p3"/>
          <p:cNvCxnSpPr/>
          <p:nvPr/>
        </p:nvCxnSpPr>
        <p:spPr>
          <a:xfrm>
            <a:off x="1291500" y="4839800"/>
            <a:ext cx="5466600" cy="0"/>
          </a:xfrm>
          <a:prstGeom prst="straightConnector1">
            <a:avLst/>
          </a:prstGeom>
          <a:noFill/>
          <a:ln w="9525" cap="flat" cmpd="sng">
            <a:solidFill>
              <a:schemeClr val="dk2"/>
            </a:solidFill>
            <a:prstDash val="solid"/>
            <a:round/>
            <a:headEnd type="none" w="med" len="med"/>
            <a:tailEnd type="none" w="med" len="med"/>
          </a:ln>
        </p:spPr>
      </p:cxnSp>
      <p:grpSp>
        <p:nvGrpSpPr>
          <p:cNvPr id="18" name="Google Shape;18;p3"/>
          <p:cNvGrpSpPr/>
          <p:nvPr/>
        </p:nvGrpSpPr>
        <p:grpSpPr>
          <a:xfrm rot="10800000">
            <a:off x="-1828396" y="-707558"/>
            <a:ext cx="2541628" cy="5977500"/>
            <a:chOff x="3163538" y="306007"/>
            <a:chExt cx="2665857" cy="6269666"/>
          </a:xfrm>
        </p:grpSpPr>
        <p:sp>
          <p:nvSpPr>
            <p:cNvPr id="19" name="Google Shape;19;p3"/>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0;p3"/>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21;p3"/>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22;p3"/>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3;p3"/>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4;p3"/>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5;p3"/>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281073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2"/>
        <p:cNvGrpSpPr/>
        <p:nvPr/>
      </p:nvGrpSpPr>
      <p:grpSpPr>
        <a:xfrm>
          <a:off x="0" y="0"/>
          <a:ext cx="0" cy="0"/>
          <a:chOff x="0" y="0"/>
          <a:chExt cx="0" cy="0"/>
        </a:xfrm>
      </p:grpSpPr>
      <p:pic>
        <p:nvPicPr>
          <p:cNvPr id="53" name="Google Shape;53;p6"/>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54" name="Google Shape;54;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cxnSp>
        <p:nvCxnSpPr>
          <p:cNvPr id="55" name="Google Shape;55;p6"/>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730818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62"/>
        <p:cNvGrpSpPr/>
        <p:nvPr/>
      </p:nvGrpSpPr>
      <p:grpSpPr>
        <a:xfrm>
          <a:off x="0" y="0"/>
          <a:ext cx="0" cy="0"/>
          <a:chOff x="0" y="0"/>
          <a:chExt cx="0" cy="0"/>
        </a:xfrm>
      </p:grpSpPr>
      <p:pic>
        <p:nvPicPr>
          <p:cNvPr id="163" name="Google Shape;163;p13"/>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164" name="Google Shape;164;p13"/>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13"/>
          <p:cNvSpPr txBox="1">
            <a:spLocks noGrp="1"/>
          </p:cNvSpPr>
          <p:nvPr>
            <p:ph type="subTitle" idx="1"/>
          </p:nvPr>
        </p:nvSpPr>
        <p:spPr>
          <a:xfrm>
            <a:off x="720000" y="1625425"/>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cxnSp>
        <p:nvCxnSpPr>
          <p:cNvPr id="166" name="Google Shape;166;p13"/>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grpSp>
        <p:nvGrpSpPr>
          <p:cNvPr id="167" name="Google Shape;167;p13"/>
          <p:cNvGrpSpPr/>
          <p:nvPr/>
        </p:nvGrpSpPr>
        <p:grpSpPr>
          <a:xfrm rot="5400000">
            <a:off x="-1729075" y="-827154"/>
            <a:ext cx="1417170" cy="3332954"/>
            <a:chOff x="3163538" y="306007"/>
            <a:chExt cx="2665857" cy="6269666"/>
          </a:xfrm>
        </p:grpSpPr>
        <p:sp>
          <p:nvSpPr>
            <p:cNvPr id="168" name="Google Shape;168;p13"/>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13"/>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13"/>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13"/>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13"/>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13"/>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13"/>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5" name="Google Shape;175;p13"/>
          <p:cNvGrpSpPr/>
          <p:nvPr/>
        </p:nvGrpSpPr>
        <p:grpSpPr>
          <a:xfrm>
            <a:off x="8570145" y="3998601"/>
            <a:ext cx="1008873" cy="1358267"/>
            <a:chOff x="6782650" y="1696232"/>
            <a:chExt cx="2207600" cy="2972138"/>
          </a:xfrm>
        </p:grpSpPr>
        <p:sp>
          <p:nvSpPr>
            <p:cNvPr id="176" name="Google Shape;176;p13"/>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13"/>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13"/>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13"/>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0" name="Google Shape;180;p13"/>
          <p:cNvSpPr/>
          <p:nvPr/>
        </p:nvSpPr>
        <p:spPr>
          <a:xfrm>
            <a:off x="218425" y="4088950"/>
            <a:ext cx="171300" cy="17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1552289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7"/>
        <p:cNvGrpSpPr/>
        <p:nvPr/>
      </p:nvGrpSpPr>
      <p:grpSpPr>
        <a:xfrm>
          <a:off x="0" y="0"/>
          <a:ext cx="0" cy="0"/>
          <a:chOff x="0" y="0"/>
          <a:chExt cx="0" cy="0"/>
        </a:xfrm>
      </p:grpSpPr>
    </p:spTree>
    <p:extLst>
      <p:ext uri="{BB962C8B-B14F-4D97-AF65-F5344CB8AC3E}">
        <p14:creationId xmlns:p14="http://schemas.microsoft.com/office/powerpoint/2010/main" val="2989320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81"/>
        <p:cNvGrpSpPr/>
        <p:nvPr/>
      </p:nvGrpSpPr>
      <p:grpSpPr>
        <a:xfrm>
          <a:off x="0" y="0"/>
          <a:ext cx="0" cy="0"/>
          <a:chOff x="0" y="0"/>
          <a:chExt cx="0" cy="0"/>
        </a:xfrm>
      </p:grpSpPr>
      <p:pic>
        <p:nvPicPr>
          <p:cNvPr id="282" name="Google Shape;282;p25"/>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283" name="Google Shape;28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4" name="Google Shape;284;p25"/>
          <p:cNvSpPr txBox="1">
            <a:spLocks noGrp="1"/>
          </p:cNvSpPr>
          <p:nvPr>
            <p:ph type="subTitle" idx="1"/>
          </p:nvPr>
        </p:nvSpPr>
        <p:spPr>
          <a:xfrm>
            <a:off x="4839486" y="2011900"/>
            <a:ext cx="3348000" cy="173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25"/>
          <p:cNvSpPr txBox="1">
            <a:spLocks noGrp="1"/>
          </p:cNvSpPr>
          <p:nvPr>
            <p:ph type="subTitle" idx="2"/>
          </p:nvPr>
        </p:nvSpPr>
        <p:spPr>
          <a:xfrm>
            <a:off x="956525" y="2011900"/>
            <a:ext cx="3348000" cy="173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286" name="Google Shape;286;p25"/>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grpSp>
        <p:nvGrpSpPr>
          <p:cNvPr id="287" name="Google Shape;287;p25"/>
          <p:cNvGrpSpPr/>
          <p:nvPr/>
        </p:nvGrpSpPr>
        <p:grpSpPr>
          <a:xfrm>
            <a:off x="8430775" y="539500"/>
            <a:ext cx="3552900" cy="481400"/>
            <a:chOff x="6304675" y="490675"/>
            <a:chExt cx="3552900" cy="481400"/>
          </a:xfrm>
        </p:grpSpPr>
        <p:cxnSp>
          <p:nvCxnSpPr>
            <p:cNvPr id="288" name="Google Shape;288;p25"/>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89" name="Google Shape;289;p25"/>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90" name="Google Shape;290;p25"/>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91" name="Google Shape;291;p25"/>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292" name="Google Shape;292;p25"/>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grpSp>
        <p:nvGrpSpPr>
          <p:cNvPr id="293" name="Google Shape;293;p25"/>
          <p:cNvGrpSpPr/>
          <p:nvPr/>
        </p:nvGrpSpPr>
        <p:grpSpPr>
          <a:xfrm>
            <a:off x="-471055" y="4087726"/>
            <a:ext cx="1008873" cy="1358267"/>
            <a:chOff x="6782650" y="1696232"/>
            <a:chExt cx="2207600" cy="2972138"/>
          </a:xfrm>
        </p:grpSpPr>
        <p:sp>
          <p:nvSpPr>
            <p:cNvPr id="294" name="Google Shape;294;p25"/>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25"/>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 name="Google Shape;296;p25"/>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25"/>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98" name="Google Shape;298;p25"/>
          <p:cNvSpPr/>
          <p:nvPr/>
        </p:nvSpPr>
        <p:spPr>
          <a:xfrm>
            <a:off x="7895275" y="179425"/>
            <a:ext cx="171300" cy="17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4272277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99"/>
        <p:cNvGrpSpPr/>
        <p:nvPr/>
      </p:nvGrpSpPr>
      <p:grpSpPr>
        <a:xfrm>
          <a:off x="0" y="0"/>
          <a:ext cx="0" cy="0"/>
          <a:chOff x="0" y="0"/>
          <a:chExt cx="0" cy="0"/>
        </a:xfrm>
      </p:grpSpPr>
      <p:pic>
        <p:nvPicPr>
          <p:cNvPr id="300" name="Google Shape;300;p26"/>
          <p:cNvPicPr preferRelativeResize="0"/>
          <p:nvPr/>
        </p:nvPicPr>
        <p:blipFill>
          <a:blip r:embed="rId2">
            <a:alphaModFix amt="61000"/>
          </a:blip>
          <a:stretch>
            <a:fillRect/>
          </a:stretch>
        </p:blipFill>
        <p:spPr>
          <a:xfrm>
            <a:off x="0" y="0"/>
            <a:ext cx="9144000" cy="5143500"/>
          </a:xfrm>
          <a:prstGeom prst="rect">
            <a:avLst/>
          </a:prstGeom>
          <a:noFill/>
          <a:ln>
            <a:noFill/>
          </a:ln>
        </p:spPr>
      </p:pic>
      <p:sp>
        <p:nvSpPr>
          <p:cNvPr id="301" name="Google Shape;301;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2" name="Google Shape;302;p26"/>
          <p:cNvSpPr txBox="1">
            <a:spLocks noGrp="1"/>
          </p:cNvSpPr>
          <p:nvPr>
            <p:ph type="subTitle" idx="1"/>
          </p:nvPr>
        </p:nvSpPr>
        <p:spPr>
          <a:xfrm>
            <a:off x="834575" y="2788979"/>
            <a:ext cx="22371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 name="Google Shape;303;p26"/>
          <p:cNvSpPr txBox="1">
            <a:spLocks noGrp="1"/>
          </p:cNvSpPr>
          <p:nvPr>
            <p:ph type="subTitle" idx="2"/>
          </p:nvPr>
        </p:nvSpPr>
        <p:spPr>
          <a:xfrm>
            <a:off x="3453442" y="2788979"/>
            <a:ext cx="22371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4" name="Google Shape;304;p26"/>
          <p:cNvSpPr txBox="1">
            <a:spLocks noGrp="1"/>
          </p:cNvSpPr>
          <p:nvPr>
            <p:ph type="subTitle" idx="3"/>
          </p:nvPr>
        </p:nvSpPr>
        <p:spPr>
          <a:xfrm>
            <a:off x="6072316" y="2788979"/>
            <a:ext cx="22371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5" name="Google Shape;305;p26"/>
          <p:cNvSpPr txBox="1">
            <a:spLocks noGrp="1"/>
          </p:cNvSpPr>
          <p:nvPr>
            <p:ph type="subTitle" idx="4"/>
          </p:nvPr>
        </p:nvSpPr>
        <p:spPr>
          <a:xfrm>
            <a:off x="834575" y="2281375"/>
            <a:ext cx="2237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itter"/>
              <a:buNone/>
              <a:defRPr sz="2400" b="1">
                <a:solidFill>
                  <a:schemeClr val="dk1"/>
                </a:solidFill>
                <a:latin typeface="Bitter"/>
                <a:ea typeface="Bitter"/>
                <a:cs typeface="Bitter"/>
                <a:sym typeface="Bitter"/>
              </a:defRPr>
            </a:lvl1pPr>
            <a:lvl2pPr lvl="1" algn="ctr" rtl="0">
              <a:lnSpc>
                <a:spcPct val="100000"/>
              </a:lnSpc>
              <a:spcBef>
                <a:spcPts val="0"/>
              </a:spcBef>
              <a:spcAft>
                <a:spcPts val="0"/>
              </a:spcAft>
              <a:buSzPts val="2400"/>
              <a:buFont typeface="Bitter"/>
              <a:buNone/>
              <a:defRPr sz="2400" b="1">
                <a:latin typeface="Bitter"/>
                <a:ea typeface="Bitter"/>
                <a:cs typeface="Bitter"/>
                <a:sym typeface="Bitter"/>
              </a:defRPr>
            </a:lvl2pPr>
            <a:lvl3pPr lvl="2" algn="ctr" rtl="0">
              <a:lnSpc>
                <a:spcPct val="100000"/>
              </a:lnSpc>
              <a:spcBef>
                <a:spcPts val="0"/>
              </a:spcBef>
              <a:spcAft>
                <a:spcPts val="0"/>
              </a:spcAft>
              <a:buSzPts val="2400"/>
              <a:buFont typeface="Bitter"/>
              <a:buNone/>
              <a:defRPr sz="2400" b="1">
                <a:latin typeface="Bitter"/>
                <a:ea typeface="Bitter"/>
                <a:cs typeface="Bitter"/>
                <a:sym typeface="Bitter"/>
              </a:defRPr>
            </a:lvl3pPr>
            <a:lvl4pPr lvl="3" algn="ctr" rtl="0">
              <a:lnSpc>
                <a:spcPct val="100000"/>
              </a:lnSpc>
              <a:spcBef>
                <a:spcPts val="0"/>
              </a:spcBef>
              <a:spcAft>
                <a:spcPts val="0"/>
              </a:spcAft>
              <a:buSzPts val="2400"/>
              <a:buFont typeface="Bitter"/>
              <a:buNone/>
              <a:defRPr sz="2400" b="1">
                <a:latin typeface="Bitter"/>
                <a:ea typeface="Bitter"/>
                <a:cs typeface="Bitter"/>
                <a:sym typeface="Bitter"/>
              </a:defRPr>
            </a:lvl4pPr>
            <a:lvl5pPr lvl="4" algn="ctr" rtl="0">
              <a:lnSpc>
                <a:spcPct val="100000"/>
              </a:lnSpc>
              <a:spcBef>
                <a:spcPts val="0"/>
              </a:spcBef>
              <a:spcAft>
                <a:spcPts val="0"/>
              </a:spcAft>
              <a:buSzPts val="2400"/>
              <a:buFont typeface="Bitter"/>
              <a:buNone/>
              <a:defRPr sz="2400" b="1">
                <a:latin typeface="Bitter"/>
                <a:ea typeface="Bitter"/>
                <a:cs typeface="Bitter"/>
                <a:sym typeface="Bitter"/>
              </a:defRPr>
            </a:lvl5pPr>
            <a:lvl6pPr lvl="5" algn="ctr" rtl="0">
              <a:lnSpc>
                <a:spcPct val="100000"/>
              </a:lnSpc>
              <a:spcBef>
                <a:spcPts val="0"/>
              </a:spcBef>
              <a:spcAft>
                <a:spcPts val="0"/>
              </a:spcAft>
              <a:buSzPts val="2400"/>
              <a:buFont typeface="Bitter"/>
              <a:buNone/>
              <a:defRPr sz="2400" b="1">
                <a:latin typeface="Bitter"/>
                <a:ea typeface="Bitter"/>
                <a:cs typeface="Bitter"/>
                <a:sym typeface="Bitter"/>
              </a:defRPr>
            </a:lvl6pPr>
            <a:lvl7pPr lvl="6" algn="ctr" rtl="0">
              <a:lnSpc>
                <a:spcPct val="100000"/>
              </a:lnSpc>
              <a:spcBef>
                <a:spcPts val="0"/>
              </a:spcBef>
              <a:spcAft>
                <a:spcPts val="0"/>
              </a:spcAft>
              <a:buSzPts val="2400"/>
              <a:buFont typeface="Bitter"/>
              <a:buNone/>
              <a:defRPr sz="2400" b="1">
                <a:latin typeface="Bitter"/>
                <a:ea typeface="Bitter"/>
                <a:cs typeface="Bitter"/>
                <a:sym typeface="Bitter"/>
              </a:defRPr>
            </a:lvl7pPr>
            <a:lvl8pPr lvl="7" algn="ctr" rtl="0">
              <a:lnSpc>
                <a:spcPct val="100000"/>
              </a:lnSpc>
              <a:spcBef>
                <a:spcPts val="0"/>
              </a:spcBef>
              <a:spcAft>
                <a:spcPts val="0"/>
              </a:spcAft>
              <a:buSzPts val="2400"/>
              <a:buFont typeface="Bitter"/>
              <a:buNone/>
              <a:defRPr sz="2400" b="1">
                <a:latin typeface="Bitter"/>
                <a:ea typeface="Bitter"/>
                <a:cs typeface="Bitter"/>
                <a:sym typeface="Bitter"/>
              </a:defRPr>
            </a:lvl8pPr>
            <a:lvl9pPr lvl="8" algn="ctr" rtl="0">
              <a:lnSpc>
                <a:spcPct val="100000"/>
              </a:lnSpc>
              <a:spcBef>
                <a:spcPts val="0"/>
              </a:spcBef>
              <a:spcAft>
                <a:spcPts val="0"/>
              </a:spcAft>
              <a:buSzPts val="2400"/>
              <a:buFont typeface="Bitter"/>
              <a:buNone/>
              <a:defRPr sz="2400" b="1">
                <a:latin typeface="Bitter"/>
                <a:ea typeface="Bitter"/>
                <a:cs typeface="Bitter"/>
                <a:sym typeface="Bitter"/>
              </a:defRPr>
            </a:lvl9pPr>
          </a:lstStyle>
          <a:p>
            <a:endParaRPr/>
          </a:p>
        </p:txBody>
      </p:sp>
      <p:sp>
        <p:nvSpPr>
          <p:cNvPr id="306" name="Google Shape;306;p26"/>
          <p:cNvSpPr txBox="1">
            <a:spLocks noGrp="1"/>
          </p:cNvSpPr>
          <p:nvPr>
            <p:ph type="subTitle" idx="5"/>
          </p:nvPr>
        </p:nvSpPr>
        <p:spPr>
          <a:xfrm>
            <a:off x="3453446" y="2281375"/>
            <a:ext cx="2237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itter"/>
              <a:buNone/>
              <a:defRPr sz="2400" b="1">
                <a:solidFill>
                  <a:schemeClr val="dk1"/>
                </a:solidFill>
                <a:latin typeface="Bitter"/>
                <a:ea typeface="Bitter"/>
                <a:cs typeface="Bitter"/>
                <a:sym typeface="Bitter"/>
              </a:defRPr>
            </a:lvl1pPr>
            <a:lvl2pPr lvl="1" algn="ctr" rtl="0">
              <a:lnSpc>
                <a:spcPct val="100000"/>
              </a:lnSpc>
              <a:spcBef>
                <a:spcPts val="0"/>
              </a:spcBef>
              <a:spcAft>
                <a:spcPts val="0"/>
              </a:spcAft>
              <a:buSzPts val="2400"/>
              <a:buFont typeface="Bitter"/>
              <a:buNone/>
              <a:defRPr sz="2400" b="1">
                <a:latin typeface="Bitter"/>
                <a:ea typeface="Bitter"/>
                <a:cs typeface="Bitter"/>
                <a:sym typeface="Bitter"/>
              </a:defRPr>
            </a:lvl2pPr>
            <a:lvl3pPr lvl="2" algn="ctr" rtl="0">
              <a:lnSpc>
                <a:spcPct val="100000"/>
              </a:lnSpc>
              <a:spcBef>
                <a:spcPts val="0"/>
              </a:spcBef>
              <a:spcAft>
                <a:spcPts val="0"/>
              </a:spcAft>
              <a:buSzPts val="2400"/>
              <a:buFont typeface="Bitter"/>
              <a:buNone/>
              <a:defRPr sz="2400" b="1">
                <a:latin typeface="Bitter"/>
                <a:ea typeface="Bitter"/>
                <a:cs typeface="Bitter"/>
                <a:sym typeface="Bitter"/>
              </a:defRPr>
            </a:lvl3pPr>
            <a:lvl4pPr lvl="3" algn="ctr" rtl="0">
              <a:lnSpc>
                <a:spcPct val="100000"/>
              </a:lnSpc>
              <a:spcBef>
                <a:spcPts val="0"/>
              </a:spcBef>
              <a:spcAft>
                <a:spcPts val="0"/>
              </a:spcAft>
              <a:buSzPts val="2400"/>
              <a:buFont typeface="Bitter"/>
              <a:buNone/>
              <a:defRPr sz="2400" b="1">
                <a:latin typeface="Bitter"/>
                <a:ea typeface="Bitter"/>
                <a:cs typeface="Bitter"/>
                <a:sym typeface="Bitter"/>
              </a:defRPr>
            </a:lvl4pPr>
            <a:lvl5pPr lvl="4" algn="ctr" rtl="0">
              <a:lnSpc>
                <a:spcPct val="100000"/>
              </a:lnSpc>
              <a:spcBef>
                <a:spcPts val="0"/>
              </a:spcBef>
              <a:spcAft>
                <a:spcPts val="0"/>
              </a:spcAft>
              <a:buSzPts val="2400"/>
              <a:buFont typeface="Bitter"/>
              <a:buNone/>
              <a:defRPr sz="2400" b="1">
                <a:latin typeface="Bitter"/>
                <a:ea typeface="Bitter"/>
                <a:cs typeface="Bitter"/>
                <a:sym typeface="Bitter"/>
              </a:defRPr>
            </a:lvl5pPr>
            <a:lvl6pPr lvl="5" algn="ctr" rtl="0">
              <a:lnSpc>
                <a:spcPct val="100000"/>
              </a:lnSpc>
              <a:spcBef>
                <a:spcPts val="0"/>
              </a:spcBef>
              <a:spcAft>
                <a:spcPts val="0"/>
              </a:spcAft>
              <a:buSzPts val="2400"/>
              <a:buFont typeface="Bitter"/>
              <a:buNone/>
              <a:defRPr sz="2400" b="1">
                <a:latin typeface="Bitter"/>
                <a:ea typeface="Bitter"/>
                <a:cs typeface="Bitter"/>
                <a:sym typeface="Bitter"/>
              </a:defRPr>
            </a:lvl6pPr>
            <a:lvl7pPr lvl="6" algn="ctr" rtl="0">
              <a:lnSpc>
                <a:spcPct val="100000"/>
              </a:lnSpc>
              <a:spcBef>
                <a:spcPts val="0"/>
              </a:spcBef>
              <a:spcAft>
                <a:spcPts val="0"/>
              </a:spcAft>
              <a:buSzPts val="2400"/>
              <a:buFont typeface="Bitter"/>
              <a:buNone/>
              <a:defRPr sz="2400" b="1">
                <a:latin typeface="Bitter"/>
                <a:ea typeface="Bitter"/>
                <a:cs typeface="Bitter"/>
                <a:sym typeface="Bitter"/>
              </a:defRPr>
            </a:lvl7pPr>
            <a:lvl8pPr lvl="7" algn="ctr" rtl="0">
              <a:lnSpc>
                <a:spcPct val="100000"/>
              </a:lnSpc>
              <a:spcBef>
                <a:spcPts val="0"/>
              </a:spcBef>
              <a:spcAft>
                <a:spcPts val="0"/>
              </a:spcAft>
              <a:buSzPts val="2400"/>
              <a:buFont typeface="Bitter"/>
              <a:buNone/>
              <a:defRPr sz="2400" b="1">
                <a:latin typeface="Bitter"/>
                <a:ea typeface="Bitter"/>
                <a:cs typeface="Bitter"/>
                <a:sym typeface="Bitter"/>
              </a:defRPr>
            </a:lvl8pPr>
            <a:lvl9pPr lvl="8" algn="ctr" rtl="0">
              <a:lnSpc>
                <a:spcPct val="100000"/>
              </a:lnSpc>
              <a:spcBef>
                <a:spcPts val="0"/>
              </a:spcBef>
              <a:spcAft>
                <a:spcPts val="0"/>
              </a:spcAft>
              <a:buSzPts val="2400"/>
              <a:buFont typeface="Bitter"/>
              <a:buNone/>
              <a:defRPr sz="2400" b="1">
                <a:latin typeface="Bitter"/>
                <a:ea typeface="Bitter"/>
                <a:cs typeface="Bitter"/>
                <a:sym typeface="Bitter"/>
              </a:defRPr>
            </a:lvl9pPr>
          </a:lstStyle>
          <a:p>
            <a:endParaRPr/>
          </a:p>
        </p:txBody>
      </p:sp>
      <p:sp>
        <p:nvSpPr>
          <p:cNvPr id="307" name="Google Shape;307;p26"/>
          <p:cNvSpPr txBox="1">
            <a:spLocks noGrp="1"/>
          </p:cNvSpPr>
          <p:nvPr>
            <p:ph type="subTitle" idx="6"/>
          </p:nvPr>
        </p:nvSpPr>
        <p:spPr>
          <a:xfrm>
            <a:off x="6072316" y="2281375"/>
            <a:ext cx="22371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itter"/>
              <a:buNone/>
              <a:defRPr sz="2400" b="1">
                <a:solidFill>
                  <a:schemeClr val="dk1"/>
                </a:solidFill>
                <a:latin typeface="Bitter"/>
                <a:ea typeface="Bitter"/>
                <a:cs typeface="Bitter"/>
                <a:sym typeface="Bitter"/>
              </a:defRPr>
            </a:lvl1pPr>
            <a:lvl2pPr lvl="1" algn="ctr" rtl="0">
              <a:lnSpc>
                <a:spcPct val="100000"/>
              </a:lnSpc>
              <a:spcBef>
                <a:spcPts val="0"/>
              </a:spcBef>
              <a:spcAft>
                <a:spcPts val="0"/>
              </a:spcAft>
              <a:buSzPts val="2400"/>
              <a:buFont typeface="Bitter"/>
              <a:buNone/>
              <a:defRPr sz="2400" b="1">
                <a:latin typeface="Bitter"/>
                <a:ea typeface="Bitter"/>
                <a:cs typeface="Bitter"/>
                <a:sym typeface="Bitter"/>
              </a:defRPr>
            </a:lvl2pPr>
            <a:lvl3pPr lvl="2" algn="ctr" rtl="0">
              <a:lnSpc>
                <a:spcPct val="100000"/>
              </a:lnSpc>
              <a:spcBef>
                <a:spcPts val="0"/>
              </a:spcBef>
              <a:spcAft>
                <a:spcPts val="0"/>
              </a:spcAft>
              <a:buSzPts val="2400"/>
              <a:buFont typeface="Bitter"/>
              <a:buNone/>
              <a:defRPr sz="2400" b="1">
                <a:latin typeface="Bitter"/>
                <a:ea typeface="Bitter"/>
                <a:cs typeface="Bitter"/>
                <a:sym typeface="Bitter"/>
              </a:defRPr>
            </a:lvl3pPr>
            <a:lvl4pPr lvl="3" algn="ctr" rtl="0">
              <a:lnSpc>
                <a:spcPct val="100000"/>
              </a:lnSpc>
              <a:spcBef>
                <a:spcPts val="0"/>
              </a:spcBef>
              <a:spcAft>
                <a:spcPts val="0"/>
              </a:spcAft>
              <a:buSzPts val="2400"/>
              <a:buFont typeface="Bitter"/>
              <a:buNone/>
              <a:defRPr sz="2400" b="1">
                <a:latin typeface="Bitter"/>
                <a:ea typeface="Bitter"/>
                <a:cs typeface="Bitter"/>
                <a:sym typeface="Bitter"/>
              </a:defRPr>
            </a:lvl4pPr>
            <a:lvl5pPr lvl="4" algn="ctr" rtl="0">
              <a:lnSpc>
                <a:spcPct val="100000"/>
              </a:lnSpc>
              <a:spcBef>
                <a:spcPts val="0"/>
              </a:spcBef>
              <a:spcAft>
                <a:spcPts val="0"/>
              </a:spcAft>
              <a:buSzPts val="2400"/>
              <a:buFont typeface="Bitter"/>
              <a:buNone/>
              <a:defRPr sz="2400" b="1">
                <a:latin typeface="Bitter"/>
                <a:ea typeface="Bitter"/>
                <a:cs typeface="Bitter"/>
                <a:sym typeface="Bitter"/>
              </a:defRPr>
            </a:lvl5pPr>
            <a:lvl6pPr lvl="5" algn="ctr" rtl="0">
              <a:lnSpc>
                <a:spcPct val="100000"/>
              </a:lnSpc>
              <a:spcBef>
                <a:spcPts val="0"/>
              </a:spcBef>
              <a:spcAft>
                <a:spcPts val="0"/>
              </a:spcAft>
              <a:buSzPts val="2400"/>
              <a:buFont typeface="Bitter"/>
              <a:buNone/>
              <a:defRPr sz="2400" b="1">
                <a:latin typeface="Bitter"/>
                <a:ea typeface="Bitter"/>
                <a:cs typeface="Bitter"/>
                <a:sym typeface="Bitter"/>
              </a:defRPr>
            </a:lvl6pPr>
            <a:lvl7pPr lvl="6" algn="ctr" rtl="0">
              <a:lnSpc>
                <a:spcPct val="100000"/>
              </a:lnSpc>
              <a:spcBef>
                <a:spcPts val="0"/>
              </a:spcBef>
              <a:spcAft>
                <a:spcPts val="0"/>
              </a:spcAft>
              <a:buSzPts val="2400"/>
              <a:buFont typeface="Bitter"/>
              <a:buNone/>
              <a:defRPr sz="2400" b="1">
                <a:latin typeface="Bitter"/>
                <a:ea typeface="Bitter"/>
                <a:cs typeface="Bitter"/>
                <a:sym typeface="Bitter"/>
              </a:defRPr>
            </a:lvl7pPr>
            <a:lvl8pPr lvl="7" algn="ctr" rtl="0">
              <a:lnSpc>
                <a:spcPct val="100000"/>
              </a:lnSpc>
              <a:spcBef>
                <a:spcPts val="0"/>
              </a:spcBef>
              <a:spcAft>
                <a:spcPts val="0"/>
              </a:spcAft>
              <a:buSzPts val="2400"/>
              <a:buFont typeface="Bitter"/>
              <a:buNone/>
              <a:defRPr sz="2400" b="1">
                <a:latin typeface="Bitter"/>
                <a:ea typeface="Bitter"/>
                <a:cs typeface="Bitter"/>
                <a:sym typeface="Bitter"/>
              </a:defRPr>
            </a:lvl8pPr>
            <a:lvl9pPr lvl="8" algn="ctr" rtl="0">
              <a:lnSpc>
                <a:spcPct val="100000"/>
              </a:lnSpc>
              <a:spcBef>
                <a:spcPts val="0"/>
              </a:spcBef>
              <a:spcAft>
                <a:spcPts val="0"/>
              </a:spcAft>
              <a:buSzPts val="2400"/>
              <a:buFont typeface="Bitter"/>
              <a:buNone/>
              <a:defRPr sz="2400" b="1">
                <a:latin typeface="Bitter"/>
                <a:ea typeface="Bitter"/>
                <a:cs typeface="Bitter"/>
                <a:sym typeface="Bitter"/>
              </a:defRPr>
            </a:lvl9pPr>
          </a:lstStyle>
          <a:p>
            <a:endParaRPr/>
          </a:p>
        </p:txBody>
      </p:sp>
      <p:cxnSp>
        <p:nvCxnSpPr>
          <p:cNvPr id="308" name="Google Shape;308;p26"/>
          <p:cNvCxnSpPr/>
          <p:nvPr/>
        </p:nvCxnSpPr>
        <p:spPr>
          <a:xfrm>
            <a:off x="710400" y="4880125"/>
            <a:ext cx="7723200" cy="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26"/>
          <p:cNvGrpSpPr/>
          <p:nvPr/>
        </p:nvGrpSpPr>
        <p:grpSpPr>
          <a:xfrm rot="-8595096">
            <a:off x="-307423" y="-535145"/>
            <a:ext cx="1020223" cy="1373547"/>
            <a:chOff x="6782650" y="1696232"/>
            <a:chExt cx="2207600" cy="2972138"/>
          </a:xfrm>
        </p:grpSpPr>
        <p:sp>
          <p:nvSpPr>
            <p:cNvPr id="310" name="Google Shape;310;p26"/>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26"/>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26"/>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26"/>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4" name="Google Shape;314;p26"/>
          <p:cNvGrpSpPr/>
          <p:nvPr/>
        </p:nvGrpSpPr>
        <p:grpSpPr>
          <a:xfrm rot="-3599601">
            <a:off x="9216146" y="4074966"/>
            <a:ext cx="1179671" cy="2774939"/>
            <a:chOff x="3163538" y="306007"/>
            <a:chExt cx="2665857" cy="6269666"/>
          </a:xfrm>
        </p:grpSpPr>
        <p:sp>
          <p:nvSpPr>
            <p:cNvPr id="315" name="Google Shape;315;p26"/>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26"/>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26"/>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26"/>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26"/>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26"/>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26"/>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2" name="Google Shape;322;p26"/>
          <p:cNvSpPr/>
          <p:nvPr/>
        </p:nvSpPr>
        <p:spPr>
          <a:xfrm>
            <a:off x="117038" y="942875"/>
            <a:ext cx="171300" cy="171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extLst>
      <p:ext uri="{BB962C8B-B14F-4D97-AF65-F5344CB8AC3E}">
        <p14:creationId xmlns:p14="http://schemas.microsoft.com/office/powerpoint/2010/main" val="21297861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10"/>
        <p:cNvGrpSpPr/>
        <p:nvPr/>
      </p:nvGrpSpPr>
      <p:grpSpPr>
        <a:xfrm>
          <a:off x="0" y="0"/>
          <a:ext cx="0" cy="0"/>
          <a:chOff x="0" y="0"/>
          <a:chExt cx="0" cy="0"/>
        </a:xfrm>
      </p:grpSpPr>
      <p:pic>
        <p:nvPicPr>
          <p:cNvPr id="411" name="Google Shape;411;p31"/>
          <p:cNvPicPr preferRelativeResize="0"/>
          <p:nvPr/>
        </p:nvPicPr>
        <p:blipFill>
          <a:blip r:embed="rId2">
            <a:alphaModFix amt="61000"/>
          </a:blip>
          <a:stretch>
            <a:fillRect/>
          </a:stretch>
        </p:blipFill>
        <p:spPr>
          <a:xfrm>
            <a:off x="0" y="0"/>
            <a:ext cx="9144000" cy="5143500"/>
          </a:xfrm>
          <a:prstGeom prst="rect">
            <a:avLst/>
          </a:prstGeom>
          <a:noFill/>
          <a:ln>
            <a:noFill/>
          </a:ln>
        </p:spPr>
      </p:pic>
      <p:grpSp>
        <p:nvGrpSpPr>
          <p:cNvPr id="412" name="Google Shape;412;p31"/>
          <p:cNvGrpSpPr/>
          <p:nvPr/>
        </p:nvGrpSpPr>
        <p:grpSpPr>
          <a:xfrm rot="-9124578">
            <a:off x="-257140" y="-472880"/>
            <a:ext cx="1020135" cy="1373430"/>
            <a:chOff x="6782650" y="1696232"/>
            <a:chExt cx="2207600" cy="2972138"/>
          </a:xfrm>
        </p:grpSpPr>
        <p:sp>
          <p:nvSpPr>
            <p:cNvPr id="413" name="Google Shape;413;p31"/>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31"/>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31"/>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31"/>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7" name="Google Shape;417;p31"/>
          <p:cNvGrpSpPr/>
          <p:nvPr/>
        </p:nvGrpSpPr>
        <p:grpSpPr>
          <a:xfrm rot="2700000">
            <a:off x="-523445" y="4112270"/>
            <a:ext cx="798505" cy="1878842"/>
            <a:chOff x="3163538" y="306007"/>
            <a:chExt cx="2665857" cy="6269666"/>
          </a:xfrm>
        </p:grpSpPr>
        <p:sp>
          <p:nvSpPr>
            <p:cNvPr id="418" name="Google Shape;418;p31"/>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31"/>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31"/>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31"/>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31"/>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31"/>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31"/>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5" name="Google Shape;425;p31"/>
          <p:cNvGrpSpPr/>
          <p:nvPr/>
        </p:nvGrpSpPr>
        <p:grpSpPr>
          <a:xfrm>
            <a:off x="8544479" y="2588004"/>
            <a:ext cx="3256588" cy="441251"/>
            <a:chOff x="6304675" y="490675"/>
            <a:chExt cx="3552900" cy="481400"/>
          </a:xfrm>
        </p:grpSpPr>
        <p:cxnSp>
          <p:nvCxnSpPr>
            <p:cNvPr id="426" name="Google Shape;426;p31"/>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27" name="Google Shape;427;p31"/>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28" name="Google Shape;428;p31"/>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29" name="Google Shape;429;p31"/>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30" name="Google Shape;430;p31"/>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815410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31"/>
        <p:cNvGrpSpPr/>
        <p:nvPr/>
      </p:nvGrpSpPr>
      <p:grpSpPr>
        <a:xfrm>
          <a:off x="0" y="0"/>
          <a:ext cx="0" cy="0"/>
          <a:chOff x="0" y="0"/>
          <a:chExt cx="0" cy="0"/>
        </a:xfrm>
      </p:grpSpPr>
      <p:pic>
        <p:nvPicPr>
          <p:cNvPr id="432" name="Google Shape;432;p32"/>
          <p:cNvPicPr preferRelativeResize="0"/>
          <p:nvPr/>
        </p:nvPicPr>
        <p:blipFill>
          <a:blip r:embed="rId2">
            <a:alphaModFix amt="61000"/>
          </a:blip>
          <a:stretch>
            <a:fillRect/>
          </a:stretch>
        </p:blipFill>
        <p:spPr>
          <a:xfrm>
            <a:off x="0" y="0"/>
            <a:ext cx="9144000" cy="5143500"/>
          </a:xfrm>
          <a:prstGeom prst="rect">
            <a:avLst/>
          </a:prstGeom>
          <a:noFill/>
          <a:ln>
            <a:noFill/>
          </a:ln>
        </p:spPr>
      </p:pic>
      <p:grpSp>
        <p:nvGrpSpPr>
          <p:cNvPr id="433" name="Google Shape;433;p32"/>
          <p:cNvGrpSpPr/>
          <p:nvPr/>
        </p:nvGrpSpPr>
        <p:grpSpPr>
          <a:xfrm rot="8100000">
            <a:off x="-387052" y="-1010919"/>
            <a:ext cx="795866" cy="1871749"/>
            <a:chOff x="3163538" y="306007"/>
            <a:chExt cx="2665857" cy="6269666"/>
          </a:xfrm>
        </p:grpSpPr>
        <p:sp>
          <p:nvSpPr>
            <p:cNvPr id="434" name="Google Shape;434;p32"/>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32"/>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32"/>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32"/>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32"/>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32"/>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32"/>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1" name="Google Shape;441;p32"/>
          <p:cNvGrpSpPr/>
          <p:nvPr/>
        </p:nvGrpSpPr>
        <p:grpSpPr>
          <a:xfrm rot="-9124529">
            <a:off x="8788287" y="3125935"/>
            <a:ext cx="844747" cy="1137301"/>
            <a:chOff x="6782650" y="1696232"/>
            <a:chExt cx="2207600" cy="2972138"/>
          </a:xfrm>
        </p:grpSpPr>
        <p:sp>
          <p:nvSpPr>
            <p:cNvPr id="442" name="Google Shape;442;p32"/>
            <p:cNvSpPr/>
            <p:nvPr/>
          </p:nvSpPr>
          <p:spPr>
            <a:xfrm>
              <a:off x="6782650" y="1696232"/>
              <a:ext cx="2207600" cy="1187519"/>
            </a:xfrm>
            <a:custGeom>
              <a:avLst/>
              <a:gdLst/>
              <a:ahLst/>
              <a:cxnLst/>
              <a:rect l="l" t="t" r="r" b="b"/>
              <a:pathLst>
                <a:path w="2207600" h="1187519" extrusionOk="0">
                  <a:moveTo>
                    <a:pt x="2196349" y="124960"/>
                  </a:moveTo>
                  <a:cubicBezTo>
                    <a:pt x="2282618" y="326200"/>
                    <a:pt x="1863447" y="699185"/>
                    <a:pt x="1260038" y="958086"/>
                  </a:cubicBezTo>
                  <a:cubicBezTo>
                    <a:pt x="656629" y="1216987"/>
                    <a:pt x="97449" y="1263801"/>
                    <a:pt x="11275" y="1062560"/>
                  </a:cubicBezTo>
                  <a:cubicBezTo>
                    <a:pt x="-75090" y="861319"/>
                    <a:pt x="344082" y="488334"/>
                    <a:pt x="947490" y="229433"/>
                  </a:cubicBezTo>
                  <a:cubicBezTo>
                    <a:pt x="1550899" y="-29468"/>
                    <a:pt x="2110080" y="-76281"/>
                    <a:pt x="2196349"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32"/>
            <p:cNvSpPr/>
            <p:nvPr/>
          </p:nvSpPr>
          <p:spPr>
            <a:xfrm>
              <a:off x="6782673" y="2290003"/>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32"/>
            <p:cNvSpPr/>
            <p:nvPr/>
          </p:nvSpPr>
          <p:spPr>
            <a:xfrm>
              <a:off x="6782673" y="2887160"/>
              <a:ext cx="2207577" cy="1187479"/>
            </a:xfrm>
            <a:custGeom>
              <a:avLst/>
              <a:gdLst/>
              <a:ahLst/>
              <a:cxnLst/>
              <a:rect l="l" t="t" r="r" b="b"/>
              <a:pathLst>
                <a:path w="2207577" h="1187479" extrusionOk="0">
                  <a:moveTo>
                    <a:pt x="2196326" y="124919"/>
                  </a:moveTo>
                  <a:cubicBezTo>
                    <a:pt x="2282595" y="326160"/>
                    <a:pt x="1863424" y="699145"/>
                    <a:pt x="1260015" y="958046"/>
                  </a:cubicBezTo>
                  <a:cubicBezTo>
                    <a:pt x="656606" y="1216947"/>
                    <a:pt x="97426" y="1263760"/>
                    <a:pt x="11252" y="1062520"/>
                  </a:cubicBezTo>
                  <a:cubicBezTo>
                    <a:pt x="-75018" y="861279"/>
                    <a:pt x="344154" y="488294"/>
                    <a:pt x="947563" y="229393"/>
                  </a:cubicBezTo>
                  <a:cubicBezTo>
                    <a:pt x="1550972" y="-29508"/>
                    <a:pt x="2110057" y="-76226"/>
                    <a:pt x="2196326" y="124919"/>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32"/>
            <p:cNvSpPr/>
            <p:nvPr/>
          </p:nvSpPr>
          <p:spPr>
            <a:xfrm>
              <a:off x="6782673" y="3480851"/>
              <a:ext cx="2207577" cy="1187519"/>
            </a:xfrm>
            <a:custGeom>
              <a:avLst/>
              <a:gdLst/>
              <a:ahLst/>
              <a:cxnLst/>
              <a:rect l="l" t="t" r="r" b="b"/>
              <a:pathLst>
                <a:path w="2207577" h="1187519" extrusionOk="0">
                  <a:moveTo>
                    <a:pt x="2196326" y="124960"/>
                  </a:moveTo>
                  <a:cubicBezTo>
                    <a:pt x="2282595" y="326200"/>
                    <a:pt x="1863424" y="699185"/>
                    <a:pt x="1260015" y="958086"/>
                  </a:cubicBezTo>
                  <a:cubicBezTo>
                    <a:pt x="656606" y="1216987"/>
                    <a:pt x="97426" y="1263800"/>
                    <a:pt x="11252" y="1062560"/>
                  </a:cubicBezTo>
                  <a:cubicBezTo>
                    <a:pt x="-75018" y="861319"/>
                    <a:pt x="344154" y="488334"/>
                    <a:pt x="947563" y="229433"/>
                  </a:cubicBezTo>
                  <a:cubicBezTo>
                    <a:pt x="1550972" y="-29468"/>
                    <a:pt x="2110057" y="-76281"/>
                    <a:pt x="2196326" y="124960"/>
                  </a:cubicBezTo>
                  <a:close/>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6" name="Google Shape;446;p32"/>
          <p:cNvGrpSpPr/>
          <p:nvPr/>
        </p:nvGrpSpPr>
        <p:grpSpPr>
          <a:xfrm>
            <a:off x="-1596789" y="4702260"/>
            <a:ext cx="2696296" cy="365334"/>
            <a:chOff x="6304675" y="490675"/>
            <a:chExt cx="3552900" cy="481400"/>
          </a:xfrm>
        </p:grpSpPr>
        <p:cxnSp>
          <p:nvCxnSpPr>
            <p:cNvPr id="447" name="Google Shape;447;p32"/>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48" name="Google Shape;448;p32"/>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49" name="Google Shape;449;p32"/>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50" name="Google Shape;450;p32"/>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451" name="Google Shape;451;p32"/>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80052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itter"/>
              <a:buNone/>
              <a:defRPr sz="3500" b="1">
                <a:solidFill>
                  <a:schemeClr val="dk1"/>
                </a:solidFill>
                <a:latin typeface="Bitter"/>
                <a:ea typeface="Bitter"/>
                <a:cs typeface="Bitter"/>
                <a:sym typeface="Bitter"/>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9" r:id="rId3"/>
    <p:sldLayoutId id="2147483664" r:id="rId4"/>
    <p:sldLayoutId id="2147483671" r:id="rId5"/>
    <p:sldLayoutId id="2147483672" r:id="rId6"/>
    <p:sldLayoutId id="2147483677" r:id="rId7"/>
    <p:sldLayoutId id="2147483678" r:id="rId8"/>
    <p:sldLayoutId id="2147483692"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itter"/>
              <a:buNone/>
              <a:defRPr sz="3500" b="1">
                <a:solidFill>
                  <a:schemeClr val="dk1"/>
                </a:solidFill>
                <a:latin typeface="Bitter"/>
                <a:ea typeface="Bitter"/>
                <a:cs typeface="Bitter"/>
                <a:sym typeface="Bitter"/>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1939022946"/>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3.jpg"/><Relationship Id="rId4" Type="http://schemas.openxmlformats.org/officeDocument/2006/relationships/image" Target="../media/image20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25.jpg"/><Relationship Id="rId5" Type="http://schemas.openxmlformats.org/officeDocument/2006/relationships/image" Target="../media/image250.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350.png"/><Relationship Id="rId4" Type="http://schemas.openxmlformats.org/officeDocument/2006/relationships/image" Target="../media/image34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3.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7" name="TextBox 6">
            <a:extLst>
              <a:ext uri="{FF2B5EF4-FFF2-40B4-BE49-F238E27FC236}">
                <a16:creationId xmlns:a16="http://schemas.microsoft.com/office/drawing/2014/main" id="{2E5E17AD-892D-7398-8469-297CEEE82C1D}"/>
              </a:ext>
            </a:extLst>
          </p:cNvPr>
          <p:cNvSpPr txBox="1"/>
          <p:nvPr/>
        </p:nvSpPr>
        <p:spPr>
          <a:xfrm>
            <a:off x="61313" y="2412076"/>
            <a:ext cx="9021364" cy="707886"/>
          </a:xfrm>
          <a:prstGeom prst="rect">
            <a:avLst/>
          </a:prstGeom>
          <a:noFill/>
        </p:spPr>
        <p:txBody>
          <a:bodyPr wrap="square" rtlCol="0">
            <a:spAutoFit/>
          </a:bodyPr>
          <a:lstStyle/>
          <a:p>
            <a:pPr algn="ctr"/>
            <a:r>
              <a:rPr lang="en-GB" sz="2000" b="1" dirty="0">
                <a:solidFill>
                  <a:srgbClr val="002060"/>
                </a:solidFill>
                <a:latin typeface="Canva Sans Bold" panose="020B0604020202020204" charset="0"/>
              </a:rPr>
              <a:t>EARLY DETECTION OF CYBER ​ATTACKS ON E-BUSINESS </a:t>
            </a:r>
          </a:p>
          <a:p>
            <a:pPr algn="ctr"/>
            <a:r>
              <a:rPr lang="en-GB" sz="2000" b="1" dirty="0">
                <a:solidFill>
                  <a:srgbClr val="002060"/>
                </a:solidFill>
                <a:latin typeface="Canva Sans Bold" panose="020B0604020202020204" charset="0"/>
              </a:rPr>
              <a:t>PLATFORMS USING  ARTIFICIAL INTELLIGENCE </a:t>
            </a:r>
          </a:p>
        </p:txBody>
      </p:sp>
      <p:sp>
        <p:nvSpPr>
          <p:cNvPr id="12" name="TextBox 11">
            <a:extLst>
              <a:ext uri="{FF2B5EF4-FFF2-40B4-BE49-F238E27FC236}">
                <a16:creationId xmlns:a16="http://schemas.microsoft.com/office/drawing/2014/main" id="{AA63BE75-1596-3664-9D48-6BE01A187949}"/>
              </a:ext>
            </a:extLst>
          </p:cNvPr>
          <p:cNvSpPr txBox="1"/>
          <p:nvPr/>
        </p:nvSpPr>
        <p:spPr>
          <a:xfrm>
            <a:off x="-1084163" y="4542497"/>
            <a:ext cx="5113239" cy="622863"/>
          </a:xfrm>
          <a:prstGeom prst="rect">
            <a:avLst/>
          </a:prstGeom>
          <a:noFill/>
        </p:spPr>
        <p:txBody>
          <a:bodyPr wrap="square">
            <a:spAutoFit/>
          </a:bodyPr>
          <a:lstStyle/>
          <a:p>
            <a:pPr algn="ctr" defTabSz="457200">
              <a:lnSpc>
                <a:spcPts val="1102"/>
              </a:lnSpc>
              <a:buClrTx/>
            </a:pPr>
            <a:r>
              <a:rPr lang="en-US" sz="900" b="1" kern="1200" dirty="0">
                <a:latin typeface="Raleway Bold"/>
                <a:ea typeface="Raleway Bold"/>
                <a:cs typeface="Raleway Bold"/>
                <a:sym typeface="Raleway Bold"/>
              </a:rPr>
              <a:t>Presented by:</a:t>
            </a:r>
          </a:p>
          <a:p>
            <a:pPr algn="ctr" defTabSz="457200">
              <a:lnSpc>
                <a:spcPts val="1102"/>
              </a:lnSpc>
              <a:buClrTx/>
            </a:pPr>
            <a:r>
              <a:rPr lang="en-US" sz="900" b="1" kern="1200" dirty="0">
                <a:latin typeface="Raleway Bold"/>
                <a:ea typeface="Raleway Bold"/>
                <a:cs typeface="Raleway Bold"/>
                <a:sym typeface="Raleway Bold"/>
              </a:rPr>
              <a:t>Jana Altayyar  Raya Alhumaidi  Sarah Alotaibi</a:t>
            </a:r>
          </a:p>
          <a:p>
            <a:pPr algn="ctr">
              <a:lnSpc>
                <a:spcPts val="2204"/>
              </a:lnSpc>
            </a:pPr>
            <a:endParaRPr lang="en-US" sz="1200" b="1" dirty="0">
              <a:solidFill>
                <a:srgbClr val="000000"/>
              </a:solidFill>
              <a:latin typeface="Raleway Bold"/>
              <a:ea typeface="Raleway Bold"/>
              <a:cs typeface="Raleway Bold"/>
              <a:sym typeface="Raleway Bold"/>
            </a:endParaRPr>
          </a:p>
        </p:txBody>
      </p:sp>
      <p:grpSp>
        <p:nvGrpSpPr>
          <p:cNvPr id="14" name="Group 10">
            <a:extLst>
              <a:ext uri="{FF2B5EF4-FFF2-40B4-BE49-F238E27FC236}">
                <a16:creationId xmlns:a16="http://schemas.microsoft.com/office/drawing/2014/main" id="{4D8D2489-5C26-FE99-3FF0-229C83975BDD}"/>
              </a:ext>
            </a:extLst>
          </p:cNvPr>
          <p:cNvGrpSpPr/>
          <p:nvPr/>
        </p:nvGrpSpPr>
        <p:grpSpPr>
          <a:xfrm>
            <a:off x="3946433" y="1046263"/>
            <a:ext cx="1575721" cy="115632"/>
            <a:chOff x="6302616" y="-3412992"/>
            <a:chExt cx="20507706" cy="2097657"/>
          </a:xfrm>
        </p:grpSpPr>
        <p:sp>
          <p:nvSpPr>
            <p:cNvPr id="15" name="Freeform 11">
              <a:extLst>
                <a:ext uri="{FF2B5EF4-FFF2-40B4-BE49-F238E27FC236}">
                  <a16:creationId xmlns:a16="http://schemas.microsoft.com/office/drawing/2014/main" id="{FA52C07D-0179-814A-BEDC-EF5D789D8834}"/>
                </a:ext>
              </a:extLst>
            </p:cNvPr>
            <p:cNvSpPr/>
            <p:nvPr/>
          </p:nvSpPr>
          <p:spPr>
            <a:xfrm>
              <a:off x="6302616" y="-3412992"/>
              <a:ext cx="20507706" cy="2097657"/>
            </a:xfrm>
            <a:custGeom>
              <a:avLst/>
              <a:gdLst/>
              <a:ahLst/>
              <a:cxnLst/>
              <a:rect l="l" t="t" r="r" b="b"/>
              <a:pathLst>
                <a:path w="20507706" h="2097659">
                  <a:moveTo>
                    <a:pt x="3506851" y="0"/>
                  </a:moveTo>
                  <a:cubicBezTo>
                    <a:pt x="3478022" y="0"/>
                    <a:pt x="3455670" y="9398"/>
                    <a:pt x="3439795" y="28194"/>
                  </a:cubicBezTo>
                  <a:cubicBezTo>
                    <a:pt x="3423920" y="46990"/>
                    <a:pt x="3415919" y="68199"/>
                    <a:pt x="3415919" y="92075"/>
                  </a:cubicBezTo>
                  <a:cubicBezTo>
                    <a:pt x="3415919" y="118745"/>
                    <a:pt x="3425317" y="140589"/>
                    <a:pt x="3444113" y="157607"/>
                  </a:cubicBezTo>
                  <a:cubicBezTo>
                    <a:pt x="3462909" y="174625"/>
                    <a:pt x="3483737" y="183007"/>
                    <a:pt x="3506851" y="183007"/>
                  </a:cubicBezTo>
                  <a:cubicBezTo>
                    <a:pt x="3529965" y="183007"/>
                    <a:pt x="3551301" y="174498"/>
                    <a:pt x="3570732" y="157607"/>
                  </a:cubicBezTo>
                  <a:cubicBezTo>
                    <a:pt x="3590163" y="140716"/>
                    <a:pt x="3599942" y="119253"/>
                    <a:pt x="3599942" y="93218"/>
                  </a:cubicBezTo>
                  <a:cubicBezTo>
                    <a:pt x="3599942" y="66548"/>
                    <a:pt x="3590163" y="44323"/>
                    <a:pt x="3570732" y="26670"/>
                  </a:cubicBezTo>
                  <a:cubicBezTo>
                    <a:pt x="3551301" y="9017"/>
                    <a:pt x="3529965" y="0"/>
                    <a:pt x="3506851" y="0"/>
                  </a:cubicBezTo>
                  <a:close/>
                  <a:moveTo>
                    <a:pt x="13195936" y="50800"/>
                  </a:moveTo>
                  <a:cubicBezTo>
                    <a:pt x="13166344" y="50800"/>
                    <a:pt x="13142340" y="60198"/>
                    <a:pt x="13123926" y="78994"/>
                  </a:cubicBezTo>
                  <a:cubicBezTo>
                    <a:pt x="13105510" y="97790"/>
                    <a:pt x="13096367" y="121920"/>
                    <a:pt x="13096367" y="151511"/>
                  </a:cubicBezTo>
                  <a:cubicBezTo>
                    <a:pt x="13096367" y="181737"/>
                    <a:pt x="13107161" y="205867"/>
                    <a:pt x="13128879" y="223520"/>
                  </a:cubicBezTo>
                  <a:cubicBezTo>
                    <a:pt x="13150596" y="241173"/>
                    <a:pt x="13175107" y="250063"/>
                    <a:pt x="13202538" y="250063"/>
                  </a:cubicBezTo>
                  <a:cubicBezTo>
                    <a:pt x="13233527" y="250063"/>
                    <a:pt x="13257910" y="240030"/>
                    <a:pt x="13275563" y="219710"/>
                  </a:cubicBezTo>
                  <a:cubicBezTo>
                    <a:pt x="13293217" y="199390"/>
                    <a:pt x="13302107" y="175387"/>
                    <a:pt x="13302107" y="147193"/>
                  </a:cubicBezTo>
                  <a:cubicBezTo>
                    <a:pt x="13302107" y="123317"/>
                    <a:pt x="13291311" y="101346"/>
                    <a:pt x="13269595" y="81153"/>
                  </a:cubicBezTo>
                  <a:cubicBezTo>
                    <a:pt x="13247878" y="60960"/>
                    <a:pt x="13223494" y="50800"/>
                    <a:pt x="13196063" y="50800"/>
                  </a:cubicBezTo>
                  <a:close/>
                  <a:moveTo>
                    <a:pt x="18116804" y="50800"/>
                  </a:moveTo>
                  <a:cubicBezTo>
                    <a:pt x="18087214" y="50800"/>
                    <a:pt x="18063211" y="60198"/>
                    <a:pt x="18044796" y="78994"/>
                  </a:cubicBezTo>
                  <a:cubicBezTo>
                    <a:pt x="18026380" y="97790"/>
                    <a:pt x="18017237" y="121920"/>
                    <a:pt x="18017237" y="151511"/>
                  </a:cubicBezTo>
                  <a:cubicBezTo>
                    <a:pt x="18017237" y="181737"/>
                    <a:pt x="18028031" y="205867"/>
                    <a:pt x="18049748" y="223520"/>
                  </a:cubicBezTo>
                  <a:cubicBezTo>
                    <a:pt x="18071466" y="241173"/>
                    <a:pt x="18095976" y="250063"/>
                    <a:pt x="18123408" y="250063"/>
                  </a:cubicBezTo>
                  <a:cubicBezTo>
                    <a:pt x="18154397" y="250063"/>
                    <a:pt x="18178780" y="240030"/>
                    <a:pt x="18196433" y="219710"/>
                  </a:cubicBezTo>
                  <a:cubicBezTo>
                    <a:pt x="18214087" y="199390"/>
                    <a:pt x="18222976" y="175387"/>
                    <a:pt x="18222976" y="147193"/>
                  </a:cubicBezTo>
                  <a:cubicBezTo>
                    <a:pt x="18222976" y="123317"/>
                    <a:pt x="18212181" y="101346"/>
                    <a:pt x="18190465" y="81153"/>
                  </a:cubicBezTo>
                  <a:cubicBezTo>
                    <a:pt x="18168748" y="60960"/>
                    <a:pt x="18144237" y="50800"/>
                    <a:pt x="18116804" y="50800"/>
                  </a:cubicBezTo>
                  <a:close/>
                  <a:moveTo>
                    <a:pt x="15304008" y="618109"/>
                  </a:moveTo>
                  <a:cubicBezTo>
                    <a:pt x="15360396" y="618109"/>
                    <a:pt x="15409419" y="640715"/>
                    <a:pt x="15450947" y="685800"/>
                  </a:cubicBezTo>
                  <a:cubicBezTo>
                    <a:pt x="15492476" y="730885"/>
                    <a:pt x="15513304" y="783717"/>
                    <a:pt x="15513304" y="844423"/>
                  </a:cubicBezTo>
                  <a:cubicBezTo>
                    <a:pt x="15513304" y="883412"/>
                    <a:pt x="15501747" y="910590"/>
                    <a:pt x="15478506" y="926084"/>
                  </a:cubicBezTo>
                  <a:cubicBezTo>
                    <a:pt x="15455266" y="941578"/>
                    <a:pt x="15422119" y="950087"/>
                    <a:pt x="15378685" y="951484"/>
                  </a:cubicBezTo>
                  <a:lnTo>
                    <a:pt x="15321153" y="954786"/>
                  </a:lnTo>
                  <a:cubicBezTo>
                    <a:pt x="15232889" y="954786"/>
                    <a:pt x="15141829" y="952627"/>
                    <a:pt x="15047722" y="948309"/>
                  </a:cubicBezTo>
                  <a:cubicBezTo>
                    <a:pt x="15062963" y="831469"/>
                    <a:pt x="15096364" y="747141"/>
                    <a:pt x="15148052" y="695579"/>
                  </a:cubicBezTo>
                  <a:cubicBezTo>
                    <a:pt x="15199742" y="644017"/>
                    <a:pt x="15251685" y="618236"/>
                    <a:pt x="15303754" y="618236"/>
                  </a:cubicBezTo>
                  <a:close/>
                  <a:moveTo>
                    <a:pt x="2755265" y="949325"/>
                  </a:moveTo>
                  <a:cubicBezTo>
                    <a:pt x="2760345" y="1020826"/>
                    <a:pt x="2762885" y="1085723"/>
                    <a:pt x="2762885" y="1144143"/>
                  </a:cubicBezTo>
                  <a:cubicBezTo>
                    <a:pt x="2762885" y="1222121"/>
                    <a:pt x="2753995" y="1280922"/>
                    <a:pt x="2736342" y="1320546"/>
                  </a:cubicBezTo>
                  <a:cubicBezTo>
                    <a:pt x="2718689" y="1360170"/>
                    <a:pt x="2691384" y="1392936"/>
                    <a:pt x="2654681" y="1418463"/>
                  </a:cubicBezTo>
                  <a:cubicBezTo>
                    <a:pt x="2617978" y="1443990"/>
                    <a:pt x="2578481" y="1456817"/>
                    <a:pt x="2536698" y="1456817"/>
                  </a:cubicBezTo>
                  <a:cubicBezTo>
                    <a:pt x="2496312" y="1456817"/>
                    <a:pt x="2462530" y="1440942"/>
                    <a:pt x="2435479" y="1409192"/>
                  </a:cubicBezTo>
                  <a:cubicBezTo>
                    <a:pt x="2408428" y="1377442"/>
                    <a:pt x="2394839" y="1338834"/>
                    <a:pt x="2394839" y="1293368"/>
                  </a:cubicBezTo>
                  <a:cubicBezTo>
                    <a:pt x="2394839" y="1242822"/>
                    <a:pt x="2411476" y="1199515"/>
                    <a:pt x="2444623" y="1163447"/>
                  </a:cubicBezTo>
                  <a:cubicBezTo>
                    <a:pt x="2477770" y="1128141"/>
                    <a:pt x="2532253" y="1090930"/>
                    <a:pt x="2608072" y="1051941"/>
                  </a:cubicBezTo>
                  <a:cubicBezTo>
                    <a:pt x="2684526" y="1011555"/>
                    <a:pt x="2733548" y="977265"/>
                    <a:pt x="2755265" y="949071"/>
                  </a:cubicBezTo>
                  <a:close/>
                  <a:moveTo>
                    <a:pt x="6390259" y="949071"/>
                  </a:moveTo>
                  <a:cubicBezTo>
                    <a:pt x="6395339" y="1020572"/>
                    <a:pt x="6397879" y="1085469"/>
                    <a:pt x="6397879" y="1143889"/>
                  </a:cubicBezTo>
                  <a:cubicBezTo>
                    <a:pt x="6397879" y="1221867"/>
                    <a:pt x="6388989" y="1280668"/>
                    <a:pt x="6371336" y="1320292"/>
                  </a:cubicBezTo>
                  <a:cubicBezTo>
                    <a:pt x="6353683" y="1359916"/>
                    <a:pt x="6326378" y="1392682"/>
                    <a:pt x="6289548" y="1418209"/>
                  </a:cubicBezTo>
                  <a:cubicBezTo>
                    <a:pt x="6252718" y="1443736"/>
                    <a:pt x="6213475" y="1456563"/>
                    <a:pt x="6171565" y="1456563"/>
                  </a:cubicBezTo>
                  <a:cubicBezTo>
                    <a:pt x="6131179" y="1456563"/>
                    <a:pt x="6097397" y="1440688"/>
                    <a:pt x="6070346" y="1408938"/>
                  </a:cubicBezTo>
                  <a:cubicBezTo>
                    <a:pt x="6043295" y="1377188"/>
                    <a:pt x="6029706" y="1338580"/>
                    <a:pt x="6029706" y="1293114"/>
                  </a:cubicBezTo>
                  <a:cubicBezTo>
                    <a:pt x="6029706" y="1242568"/>
                    <a:pt x="6046343" y="1199261"/>
                    <a:pt x="6079490" y="1163193"/>
                  </a:cubicBezTo>
                  <a:cubicBezTo>
                    <a:pt x="6112637" y="1127887"/>
                    <a:pt x="6167120" y="1090676"/>
                    <a:pt x="6242939" y="1051687"/>
                  </a:cubicBezTo>
                  <a:cubicBezTo>
                    <a:pt x="6319393" y="1011301"/>
                    <a:pt x="6368542" y="977011"/>
                    <a:pt x="6390132" y="948817"/>
                  </a:cubicBezTo>
                  <a:close/>
                  <a:moveTo>
                    <a:pt x="7470775" y="948817"/>
                  </a:moveTo>
                  <a:cubicBezTo>
                    <a:pt x="7475855" y="1020318"/>
                    <a:pt x="7478395" y="1085215"/>
                    <a:pt x="7478395" y="1143635"/>
                  </a:cubicBezTo>
                  <a:cubicBezTo>
                    <a:pt x="7478395" y="1221613"/>
                    <a:pt x="7469505" y="1280414"/>
                    <a:pt x="7451852" y="1320038"/>
                  </a:cubicBezTo>
                  <a:cubicBezTo>
                    <a:pt x="7434199" y="1359662"/>
                    <a:pt x="7406894" y="1392428"/>
                    <a:pt x="7370191" y="1417955"/>
                  </a:cubicBezTo>
                  <a:cubicBezTo>
                    <a:pt x="7333488" y="1443482"/>
                    <a:pt x="7293991" y="1456309"/>
                    <a:pt x="7252208" y="1456309"/>
                  </a:cubicBezTo>
                  <a:cubicBezTo>
                    <a:pt x="7211822" y="1456309"/>
                    <a:pt x="7178040" y="1440434"/>
                    <a:pt x="7150989" y="1408684"/>
                  </a:cubicBezTo>
                  <a:cubicBezTo>
                    <a:pt x="7123938" y="1376934"/>
                    <a:pt x="7110349" y="1338326"/>
                    <a:pt x="7110349" y="1292860"/>
                  </a:cubicBezTo>
                  <a:cubicBezTo>
                    <a:pt x="7110349" y="1242314"/>
                    <a:pt x="7126986" y="1199007"/>
                    <a:pt x="7160133" y="1162939"/>
                  </a:cubicBezTo>
                  <a:cubicBezTo>
                    <a:pt x="7193280" y="1127633"/>
                    <a:pt x="7247763" y="1090422"/>
                    <a:pt x="7323582" y="1051433"/>
                  </a:cubicBezTo>
                  <a:cubicBezTo>
                    <a:pt x="7400036" y="1011047"/>
                    <a:pt x="7449185" y="976757"/>
                    <a:pt x="7470775" y="948563"/>
                  </a:cubicBezTo>
                  <a:close/>
                  <a:moveTo>
                    <a:pt x="4233672" y="577977"/>
                  </a:moveTo>
                  <a:cubicBezTo>
                    <a:pt x="4187444" y="577977"/>
                    <a:pt x="4134231" y="581025"/>
                    <a:pt x="4074033" y="587121"/>
                  </a:cubicBezTo>
                  <a:cubicBezTo>
                    <a:pt x="4013835" y="593217"/>
                    <a:pt x="3981069" y="597916"/>
                    <a:pt x="3976116" y="601091"/>
                  </a:cubicBezTo>
                  <a:lnTo>
                    <a:pt x="3968496" y="609727"/>
                  </a:lnTo>
                  <a:lnTo>
                    <a:pt x="3968496" y="617474"/>
                  </a:lnTo>
                  <a:cubicBezTo>
                    <a:pt x="3968496" y="629412"/>
                    <a:pt x="3977894" y="635762"/>
                    <a:pt x="3996690" y="636524"/>
                  </a:cubicBezTo>
                  <a:cubicBezTo>
                    <a:pt x="4043553" y="637286"/>
                    <a:pt x="4076827" y="647065"/>
                    <a:pt x="4096258" y="665861"/>
                  </a:cubicBezTo>
                  <a:cubicBezTo>
                    <a:pt x="4115689" y="684657"/>
                    <a:pt x="4126357" y="709676"/>
                    <a:pt x="4128135" y="740918"/>
                  </a:cubicBezTo>
                  <a:cubicBezTo>
                    <a:pt x="4129913" y="772160"/>
                    <a:pt x="4130802" y="861568"/>
                    <a:pt x="4130802" y="1009269"/>
                  </a:cubicBezTo>
                  <a:cubicBezTo>
                    <a:pt x="4130802" y="1156970"/>
                    <a:pt x="4127627" y="1263777"/>
                    <a:pt x="4121023" y="1329309"/>
                  </a:cubicBezTo>
                  <a:cubicBezTo>
                    <a:pt x="4114419" y="1394841"/>
                    <a:pt x="4104259" y="1434338"/>
                    <a:pt x="4090162" y="1447800"/>
                  </a:cubicBezTo>
                  <a:cubicBezTo>
                    <a:pt x="4076065" y="1461262"/>
                    <a:pt x="4049522" y="1468628"/>
                    <a:pt x="4010660" y="1470025"/>
                  </a:cubicBezTo>
                  <a:lnTo>
                    <a:pt x="3988943" y="1477264"/>
                  </a:lnTo>
                  <a:lnTo>
                    <a:pt x="3988943" y="1489456"/>
                  </a:lnTo>
                  <a:cubicBezTo>
                    <a:pt x="3988943" y="1503172"/>
                    <a:pt x="4008755" y="1510030"/>
                    <a:pt x="4048506" y="1510030"/>
                  </a:cubicBezTo>
                  <a:lnTo>
                    <a:pt x="4384040" y="1510030"/>
                  </a:lnTo>
                  <a:cubicBezTo>
                    <a:pt x="4412234" y="1510030"/>
                    <a:pt x="4426204" y="1504188"/>
                    <a:pt x="4426204" y="1492758"/>
                  </a:cubicBezTo>
                  <a:lnTo>
                    <a:pt x="4424172" y="1477645"/>
                  </a:lnTo>
                  <a:lnTo>
                    <a:pt x="4420235" y="1475486"/>
                  </a:lnTo>
                  <a:cubicBezTo>
                    <a:pt x="4416298" y="1473327"/>
                    <a:pt x="4405249" y="1472311"/>
                    <a:pt x="4387215" y="1472311"/>
                  </a:cubicBezTo>
                  <a:cubicBezTo>
                    <a:pt x="4341749" y="1472311"/>
                    <a:pt x="4313174" y="1459103"/>
                    <a:pt x="4301744" y="1432814"/>
                  </a:cubicBezTo>
                  <a:cubicBezTo>
                    <a:pt x="4290314" y="1406525"/>
                    <a:pt x="4284472" y="1334135"/>
                    <a:pt x="4284472" y="1215771"/>
                  </a:cubicBezTo>
                  <a:cubicBezTo>
                    <a:pt x="4284472" y="1048385"/>
                    <a:pt x="4292727" y="931418"/>
                    <a:pt x="4309364" y="865124"/>
                  </a:cubicBezTo>
                  <a:cubicBezTo>
                    <a:pt x="4326001" y="798830"/>
                    <a:pt x="4358259" y="745998"/>
                    <a:pt x="4406265" y="707136"/>
                  </a:cubicBezTo>
                  <a:cubicBezTo>
                    <a:pt x="4454271" y="668274"/>
                    <a:pt x="4502785" y="648716"/>
                    <a:pt x="4551807" y="648716"/>
                  </a:cubicBezTo>
                  <a:cubicBezTo>
                    <a:pt x="4608830" y="648716"/>
                    <a:pt x="4652264" y="672846"/>
                    <a:pt x="4682236" y="721233"/>
                  </a:cubicBezTo>
                  <a:cubicBezTo>
                    <a:pt x="4712208" y="769620"/>
                    <a:pt x="4727194" y="870585"/>
                    <a:pt x="4727194" y="1024382"/>
                  </a:cubicBezTo>
                  <a:lnTo>
                    <a:pt x="4719193" y="1282700"/>
                  </a:lnTo>
                  <a:cubicBezTo>
                    <a:pt x="4713732" y="1369949"/>
                    <a:pt x="4703318" y="1422908"/>
                    <a:pt x="4687824" y="1441323"/>
                  </a:cubicBezTo>
                  <a:cubicBezTo>
                    <a:pt x="4672330" y="1459738"/>
                    <a:pt x="4642485" y="1468882"/>
                    <a:pt x="4598543" y="1468882"/>
                  </a:cubicBezTo>
                  <a:cubicBezTo>
                    <a:pt x="4577588" y="1468882"/>
                    <a:pt x="4567174" y="1475740"/>
                    <a:pt x="4567174" y="1489456"/>
                  </a:cubicBezTo>
                  <a:cubicBezTo>
                    <a:pt x="4567174" y="1503172"/>
                    <a:pt x="4585589" y="1510030"/>
                    <a:pt x="4622419" y="1510030"/>
                  </a:cubicBezTo>
                  <a:lnTo>
                    <a:pt x="4987163" y="1510030"/>
                  </a:lnTo>
                  <a:cubicBezTo>
                    <a:pt x="5015992" y="1510030"/>
                    <a:pt x="5030470" y="1503553"/>
                    <a:pt x="5030470" y="1490599"/>
                  </a:cubicBezTo>
                  <a:cubicBezTo>
                    <a:pt x="5030470" y="1478280"/>
                    <a:pt x="5018913" y="1472184"/>
                    <a:pt x="4995799" y="1472184"/>
                  </a:cubicBezTo>
                  <a:lnTo>
                    <a:pt x="4977384" y="1472184"/>
                  </a:lnTo>
                  <a:cubicBezTo>
                    <a:pt x="4931918" y="1472184"/>
                    <a:pt x="4902581" y="1461135"/>
                    <a:pt x="4889119" y="1439164"/>
                  </a:cubicBezTo>
                  <a:cubicBezTo>
                    <a:pt x="4875657" y="1417193"/>
                    <a:pt x="4869053" y="1364234"/>
                    <a:pt x="4869053" y="1280414"/>
                  </a:cubicBezTo>
                  <a:cubicBezTo>
                    <a:pt x="4869053" y="1042035"/>
                    <a:pt x="4883531" y="875411"/>
                    <a:pt x="4912360" y="780796"/>
                  </a:cubicBezTo>
                  <a:cubicBezTo>
                    <a:pt x="4947666" y="732028"/>
                    <a:pt x="4984115" y="695579"/>
                    <a:pt x="5021707" y="671576"/>
                  </a:cubicBezTo>
                  <a:cubicBezTo>
                    <a:pt x="5059299" y="647573"/>
                    <a:pt x="5097780" y="635508"/>
                    <a:pt x="5137531" y="635508"/>
                  </a:cubicBezTo>
                  <a:cubicBezTo>
                    <a:pt x="5182997" y="635508"/>
                    <a:pt x="5221224" y="651002"/>
                    <a:pt x="5252339" y="682117"/>
                  </a:cubicBezTo>
                  <a:cubicBezTo>
                    <a:pt x="5283454" y="713232"/>
                    <a:pt x="5303012" y="752983"/>
                    <a:pt x="5311267" y="801751"/>
                  </a:cubicBezTo>
                  <a:cubicBezTo>
                    <a:pt x="5319522" y="850519"/>
                    <a:pt x="5323713" y="930021"/>
                    <a:pt x="5323713" y="1040384"/>
                  </a:cubicBezTo>
                  <a:cubicBezTo>
                    <a:pt x="5323713" y="1276350"/>
                    <a:pt x="5316474" y="1406398"/>
                    <a:pt x="5301996" y="1430655"/>
                  </a:cubicBezTo>
                  <a:cubicBezTo>
                    <a:pt x="5287518" y="1454912"/>
                    <a:pt x="5250815" y="1468374"/>
                    <a:pt x="5191633" y="1471295"/>
                  </a:cubicBezTo>
                  <a:cubicBezTo>
                    <a:pt x="5172837" y="1472819"/>
                    <a:pt x="5163439" y="1479296"/>
                    <a:pt x="5163439" y="1490853"/>
                  </a:cubicBezTo>
                  <a:cubicBezTo>
                    <a:pt x="5163439" y="1503807"/>
                    <a:pt x="5179695" y="1510284"/>
                    <a:pt x="5212207" y="1510284"/>
                  </a:cubicBezTo>
                  <a:lnTo>
                    <a:pt x="5544566" y="1510284"/>
                  </a:lnTo>
                  <a:cubicBezTo>
                    <a:pt x="5584190" y="1510284"/>
                    <a:pt x="5604129" y="1503426"/>
                    <a:pt x="5604129" y="1489710"/>
                  </a:cubicBezTo>
                  <a:cubicBezTo>
                    <a:pt x="5604129" y="1476756"/>
                    <a:pt x="5591810" y="1470279"/>
                    <a:pt x="5567299" y="1470279"/>
                  </a:cubicBezTo>
                  <a:cubicBezTo>
                    <a:pt x="5530469" y="1470279"/>
                    <a:pt x="5506085" y="1459611"/>
                    <a:pt x="5494274" y="1438275"/>
                  </a:cubicBezTo>
                  <a:cubicBezTo>
                    <a:pt x="5482463" y="1416939"/>
                    <a:pt x="5476367" y="1376553"/>
                    <a:pt x="5476367" y="1317244"/>
                  </a:cubicBezTo>
                  <a:lnTo>
                    <a:pt x="5481828" y="909320"/>
                  </a:lnTo>
                  <a:cubicBezTo>
                    <a:pt x="5481828" y="816737"/>
                    <a:pt x="5475986" y="752856"/>
                    <a:pt x="5464556" y="717804"/>
                  </a:cubicBezTo>
                  <a:cubicBezTo>
                    <a:pt x="5453126" y="682752"/>
                    <a:pt x="5423916" y="650748"/>
                    <a:pt x="5377434" y="621792"/>
                  </a:cubicBezTo>
                  <a:cubicBezTo>
                    <a:pt x="5330952" y="592836"/>
                    <a:pt x="5272659" y="578358"/>
                    <a:pt x="5202682" y="578358"/>
                  </a:cubicBezTo>
                  <a:cubicBezTo>
                    <a:pt x="5149977" y="578358"/>
                    <a:pt x="5097526" y="590804"/>
                    <a:pt x="5045202" y="615442"/>
                  </a:cubicBezTo>
                  <a:cubicBezTo>
                    <a:pt x="4992878" y="640080"/>
                    <a:pt x="4941062" y="677672"/>
                    <a:pt x="4889881" y="727837"/>
                  </a:cubicBezTo>
                  <a:cubicBezTo>
                    <a:pt x="4853813" y="678688"/>
                    <a:pt x="4813808" y="641858"/>
                    <a:pt x="4769739" y="617347"/>
                  </a:cubicBezTo>
                  <a:cubicBezTo>
                    <a:pt x="4725670" y="592836"/>
                    <a:pt x="4678045" y="580517"/>
                    <a:pt x="4626864" y="580517"/>
                  </a:cubicBezTo>
                  <a:cubicBezTo>
                    <a:pt x="4570603" y="580517"/>
                    <a:pt x="4514977" y="595376"/>
                    <a:pt x="4460113" y="624967"/>
                  </a:cubicBezTo>
                  <a:cubicBezTo>
                    <a:pt x="4405249" y="654558"/>
                    <a:pt x="4351147" y="699389"/>
                    <a:pt x="4297807" y="759333"/>
                  </a:cubicBezTo>
                  <a:lnTo>
                    <a:pt x="4301109" y="655828"/>
                  </a:lnTo>
                  <a:cubicBezTo>
                    <a:pt x="4301109" y="632587"/>
                    <a:pt x="4296791" y="607187"/>
                    <a:pt x="4288155" y="579501"/>
                  </a:cubicBezTo>
                  <a:cubicBezTo>
                    <a:pt x="4263644" y="578739"/>
                    <a:pt x="4245610" y="578358"/>
                    <a:pt x="4234053" y="578358"/>
                  </a:cubicBezTo>
                  <a:close/>
                  <a:moveTo>
                    <a:pt x="16540353" y="583819"/>
                  </a:moveTo>
                  <a:cubicBezTo>
                    <a:pt x="16483330" y="583819"/>
                    <a:pt x="16428974" y="604012"/>
                    <a:pt x="16377413" y="644525"/>
                  </a:cubicBezTo>
                  <a:cubicBezTo>
                    <a:pt x="16325850" y="685038"/>
                    <a:pt x="16277337" y="745744"/>
                    <a:pt x="16231870" y="826643"/>
                  </a:cubicBezTo>
                  <a:cubicBezTo>
                    <a:pt x="16226028" y="709549"/>
                    <a:pt x="16220694" y="631571"/>
                    <a:pt x="16215613" y="592582"/>
                  </a:cubicBezTo>
                  <a:lnTo>
                    <a:pt x="16016478" y="603377"/>
                  </a:lnTo>
                  <a:cubicBezTo>
                    <a:pt x="15955899" y="607060"/>
                    <a:pt x="15922879" y="610362"/>
                    <a:pt x="15917418" y="613664"/>
                  </a:cubicBezTo>
                  <a:lnTo>
                    <a:pt x="15909289" y="621792"/>
                  </a:lnTo>
                  <a:lnTo>
                    <a:pt x="15909289" y="628269"/>
                  </a:lnTo>
                  <a:cubicBezTo>
                    <a:pt x="15909289" y="640588"/>
                    <a:pt x="15922244" y="647446"/>
                    <a:pt x="15948279" y="648843"/>
                  </a:cubicBezTo>
                  <a:cubicBezTo>
                    <a:pt x="16011017" y="651764"/>
                    <a:pt x="16047338" y="677037"/>
                    <a:pt x="16057118" y="724789"/>
                  </a:cubicBezTo>
                  <a:cubicBezTo>
                    <a:pt x="16066897" y="772541"/>
                    <a:pt x="16071723" y="914527"/>
                    <a:pt x="16071723" y="1150747"/>
                  </a:cubicBezTo>
                  <a:cubicBezTo>
                    <a:pt x="16071723" y="1311910"/>
                    <a:pt x="16066388" y="1405128"/>
                    <a:pt x="16055467" y="1430401"/>
                  </a:cubicBezTo>
                  <a:cubicBezTo>
                    <a:pt x="16044545" y="1455674"/>
                    <a:pt x="16016478" y="1469771"/>
                    <a:pt x="15971013" y="1472692"/>
                  </a:cubicBezTo>
                  <a:cubicBezTo>
                    <a:pt x="15938500" y="1474089"/>
                    <a:pt x="15922244" y="1480566"/>
                    <a:pt x="15922244" y="1492123"/>
                  </a:cubicBezTo>
                  <a:cubicBezTo>
                    <a:pt x="15922244" y="1504442"/>
                    <a:pt x="15934437" y="1510538"/>
                    <a:pt x="15959074" y="1510538"/>
                  </a:cubicBezTo>
                  <a:lnTo>
                    <a:pt x="16304388" y="1510538"/>
                  </a:lnTo>
                  <a:cubicBezTo>
                    <a:pt x="16338296" y="1510538"/>
                    <a:pt x="16355188" y="1502918"/>
                    <a:pt x="16355188" y="1487805"/>
                  </a:cubicBezTo>
                  <a:lnTo>
                    <a:pt x="16348711" y="1474089"/>
                  </a:lnTo>
                  <a:lnTo>
                    <a:pt x="16335756" y="1472692"/>
                  </a:lnTo>
                  <a:cubicBezTo>
                    <a:pt x="16288131" y="1466850"/>
                    <a:pt x="16258539" y="1453769"/>
                    <a:pt x="16246983" y="1433068"/>
                  </a:cubicBezTo>
                  <a:cubicBezTo>
                    <a:pt x="16235426" y="1412367"/>
                    <a:pt x="16229585" y="1332103"/>
                    <a:pt x="16229585" y="1191895"/>
                  </a:cubicBezTo>
                  <a:cubicBezTo>
                    <a:pt x="16229585" y="1038733"/>
                    <a:pt x="16236062" y="938022"/>
                    <a:pt x="16249142" y="890016"/>
                  </a:cubicBezTo>
                  <a:cubicBezTo>
                    <a:pt x="16262223" y="842010"/>
                    <a:pt x="16287750" y="797687"/>
                    <a:pt x="16325977" y="757174"/>
                  </a:cubicBezTo>
                  <a:cubicBezTo>
                    <a:pt x="16364204" y="716661"/>
                    <a:pt x="16401414" y="696468"/>
                    <a:pt x="16437483" y="696468"/>
                  </a:cubicBezTo>
                  <a:cubicBezTo>
                    <a:pt x="16475711" y="696468"/>
                    <a:pt x="16506317" y="720598"/>
                    <a:pt x="16529431" y="768985"/>
                  </a:cubicBezTo>
                  <a:cubicBezTo>
                    <a:pt x="16548227" y="807212"/>
                    <a:pt x="16571213" y="826389"/>
                    <a:pt x="16598646" y="826389"/>
                  </a:cubicBezTo>
                  <a:cubicBezTo>
                    <a:pt x="16657065" y="826389"/>
                    <a:pt x="16686276" y="792099"/>
                    <a:pt x="16686276" y="723519"/>
                  </a:cubicBezTo>
                  <a:cubicBezTo>
                    <a:pt x="16686276" y="687451"/>
                    <a:pt x="16671798" y="655193"/>
                    <a:pt x="16642969" y="626618"/>
                  </a:cubicBezTo>
                  <a:cubicBezTo>
                    <a:pt x="16614139" y="598043"/>
                    <a:pt x="16579850" y="583819"/>
                    <a:pt x="16540099" y="583819"/>
                  </a:cubicBezTo>
                  <a:close/>
                  <a:moveTo>
                    <a:pt x="8281162" y="32512"/>
                  </a:moveTo>
                  <a:cubicBezTo>
                    <a:pt x="8199628" y="37592"/>
                    <a:pt x="8123428" y="40005"/>
                    <a:pt x="8052816" y="40005"/>
                  </a:cubicBezTo>
                  <a:cubicBezTo>
                    <a:pt x="8010906" y="40005"/>
                    <a:pt x="7987665" y="40513"/>
                    <a:pt x="7982966" y="41656"/>
                  </a:cubicBezTo>
                  <a:lnTo>
                    <a:pt x="7975981" y="46228"/>
                  </a:lnTo>
                  <a:lnTo>
                    <a:pt x="7975981" y="51943"/>
                  </a:lnTo>
                  <a:cubicBezTo>
                    <a:pt x="7975981" y="62103"/>
                    <a:pt x="7986141" y="69215"/>
                    <a:pt x="8006334" y="73660"/>
                  </a:cubicBezTo>
                  <a:cubicBezTo>
                    <a:pt x="8039481" y="80137"/>
                    <a:pt x="8067675" y="102997"/>
                    <a:pt x="8090789" y="142367"/>
                  </a:cubicBezTo>
                  <a:cubicBezTo>
                    <a:pt x="8113903" y="181737"/>
                    <a:pt x="8126730" y="245110"/>
                    <a:pt x="8129270" y="332740"/>
                  </a:cubicBezTo>
                  <a:cubicBezTo>
                    <a:pt x="8131810" y="420370"/>
                    <a:pt x="8133080" y="605155"/>
                    <a:pt x="8133080" y="887095"/>
                  </a:cubicBezTo>
                  <a:cubicBezTo>
                    <a:pt x="8133080" y="1044956"/>
                    <a:pt x="8128762" y="1174623"/>
                    <a:pt x="8120126" y="1275969"/>
                  </a:cubicBezTo>
                  <a:cubicBezTo>
                    <a:pt x="8111490" y="1377315"/>
                    <a:pt x="8100949" y="1435481"/>
                    <a:pt x="8088757" y="1450721"/>
                  </a:cubicBezTo>
                  <a:cubicBezTo>
                    <a:pt x="8076565" y="1465961"/>
                    <a:pt x="8053070" y="1475613"/>
                    <a:pt x="8018399" y="1479931"/>
                  </a:cubicBezTo>
                  <a:lnTo>
                    <a:pt x="7992364" y="1488186"/>
                  </a:lnTo>
                  <a:lnTo>
                    <a:pt x="7992364" y="1498346"/>
                  </a:lnTo>
                  <a:cubicBezTo>
                    <a:pt x="7992364" y="1509903"/>
                    <a:pt x="8003159" y="1515618"/>
                    <a:pt x="8024876" y="1515618"/>
                  </a:cubicBezTo>
                  <a:cubicBezTo>
                    <a:pt x="8059547" y="1513459"/>
                    <a:pt x="8100314" y="1512316"/>
                    <a:pt x="8147177" y="1512316"/>
                  </a:cubicBezTo>
                  <a:lnTo>
                    <a:pt x="8365871" y="1516634"/>
                  </a:lnTo>
                  <a:cubicBezTo>
                    <a:pt x="8383143" y="1516634"/>
                    <a:pt x="8391779" y="1510792"/>
                    <a:pt x="8391779" y="1499362"/>
                  </a:cubicBezTo>
                  <a:lnTo>
                    <a:pt x="8382762" y="1482852"/>
                  </a:lnTo>
                  <a:lnTo>
                    <a:pt x="8364728" y="1479931"/>
                  </a:lnTo>
                  <a:cubicBezTo>
                    <a:pt x="8320659" y="1471295"/>
                    <a:pt x="8293989" y="1453261"/>
                    <a:pt x="8284591" y="1425829"/>
                  </a:cubicBezTo>
                  <a:cubicBezTo>
                    <a:pt x="8275193" y="1398397"/>
                    <a:pt x="8270494" y="1339977"/>
                    <a:pt x="8270494" y="1250442"/>
                  </a:cubicBezTo>
                  <a:cubicBezTo>
                    <a:pt x="8270494" y="1118362"/>
                    <a:pt x="8274812" y="1006475"/>
                    <a:pt x="8283448" y="914908"/>
                  </a:cubicBezTo>
                  <a:cubicBezTo>
                    <a:pt x="8292084" y="823341"/>
                    <a:pt x="8320024" y="753872"/>
                    <a:pt x="8367395" y="706501"/>
                  </a:cubicBezTo>
                  <a:cubicBezTo>
                    <a:pt x="8414766" y="659130"/>
                    <a:pt x="8469249" y="635635"/>
                    <a:pt x="8531352" y="635635"/>
                  </a:cubicBezTo>
                  <a:cubicBezTo>
                    <a:pt x="8594852" y="635635"/>
                    <a:pt x="8645906" y="663575"/>
                    <a:pt x="8684514" y="719582"/>
                  </a:cubicBezTo>
                  <a:cubicBezTo>
                    <a:pt x="8723122" y="775589"/>
                    <a:pt x="8742426" y="900176"/>
                    <a:pt x="8742426" y="1093597"/>
                  </a:cubicBezTo>
                  <a:cubicBezTo>
                    <a:pt x="8742426" y="1273302"/>
                    <a:pt x="8737727" y="1379855"/>
                    <a:pt x="8728329" y="1413383"/>
                  </a:cubicBezTo>
                  <a:cubicBezTo>
                    <a:pt x="8718931" y="1446911"/>
                    <a:pt x="8688705" y="1466977"/>
                    <a:pt x="8637397" y="1473454"/>
                  </a:cubicBezTo>
                  <a:lnTo>
                    <a:pt x="8612505" y="1481709"/>
                  </a:lnTo>
                  <a:lnTo>
                    <a:pt x="8612505" y="1491742"/>
                  </a:lnTo>
                  <a:cubicBezTo>
                    <a:pt x="8612505" y="1501140"/>
                    <a:pt x="8618601" y="1507236"/>
                    <a:pt x="8630920" y="1510157"/>
                  </a:cubicBezTo>
                  <a:lnTo>
                    <a:pt x="8951341" y="1510157"/>
                  </a:lnTo>
                  <a:cubicBezTo>
                    <a:pt x="8983091" y="1510157"/>
                    <a:pt x="8998966" y="1503680"/>
                    <a:pt x="8998966" y="1490726"/>
                  </a:cubicBezTo>
                  <a:lnTo>
                    <a:pt x="8989187" y="1477772"/>
                  </a:lnTo>
                  <a:lnTo>
                    <a:pt x="8969756" y="1477772"/>
                  </a:lnTo>
                  <a:cubicBezTo>
                    <a:pt x="8951722" y="1477010"/>
                    <a:pt x="8933434" y="1469517"/>
                    <a:pt x="8915146" y="1455039"/>
                  </a:cubicBezTo>
                  <a:cubicBezTo>
                    <a:pt x="8896858" y="1440561"/>
                    <a:pt x="8886444" y="1423670"/>
                    <a:pt x="8884285" y="1404112"/>
                  </a:cubicBezTo>
                  <a:cubicBezTo>
                    <a:pt x="8882126" y="1384554"/>
                    <a:pt x="8880983" y="1329055"/>
                    <a:pt x="8880983" y="1237488"/>
                  </a:cubicBezTo>
                  <a:lnTo>
                    <a:pt x="8887460" y="950595"/>
                  </a:lnTo>
                  <a:cubicBezTo>
                    <a:pt x="8887460" y="812038"/>
                    <a:pt x="8862060" y="715645"/>
                    <a:pt x="8811133" y="661543"/>
                  </a:cubicBezTo>
                  <a:cubicBezTo>
                    <a:pt x="8760206" y="607441"/>
                    <a:pt x="8687181" y="580390"/>
                    <a:pt x="8591931" y="580390"/>
                  </a:cubicBezTo>
                  <a:cubicBezTo>
                    <a:pt x="8472170" y="580390"/>
                    <a:pt x="8368538" y="634365"/>
                    <a:pt x="8281289" y="742188"/>
                  </a:cubicBezTo>
                  <a:cubicBezTo>
                    <a:pt x="8279130" y="696468"/>
                    <a:pt x="8277987" y="639318"/>
                    <a:pt x="8277987" y="570865"/>
                  </a:cubicBezTo>
                  <a:lnTo>
                    <a:pt x="8281289" y="32639"/>
                  </a:lnTo>
                  <a:close/>
                  <a:moveTo>
                    <a:pt x="11994134" y="583438"/>
                  </a:moveTo>
                  <a:cubicBezTo>
                    <a:pt x="11906123" y="585597"/>
                    <a:pt x="11857355" y="586740"/>
                    <a:pt x="11847957" y="586740"/>
                  </a:cubicBezTo>
                  <a:lnTo>
                    <a:pt x="11760327" y="585724"/>
                  </a:lnTo>
                  <a:cubicBezTo>
                    <a:pt x="11738737" y="585724"/>
                    <a:pt x="11727815" y="591820"/>
                    <a:pt x="11727815" y="604139"/>
                  </a:cubicBezTo>
                  <a:cubicBezTo>
                    <a:pt x="11727815" y="615696"/>
                    <a:pt x="11741912" y="624713"/>
                    <a:pt x="11769978" y="631190"/>
                  </a:cubicBezTo>
                  <a:cubicBezTo>
                    <a:pt x="11800967" y="638429"/>
                    <a:pt x="11825224" y="657606"/>
                    <a:pt x="11842496" y="688594"/>
                  </a:cubicBezTo>
                  <a:cubicBezTo>
                    <a:pt x="11859768" y="719582"/>
                    <a:pt x="11868531" y="799084"/>
                    <a:pt x="11868531" y="926973"/>
                  </a:cubicBezTo>
                  <a:cubicBezTo>
                    <a:pt x="11868531" y="1064260"/>
                    <a:pt x="11866499" y="1178814"/>
                    <a:pt x="11862562" y="1270508"/>
                  </a:cubicBezTo>
                  <a:cubicBezTo>
                    <a:pt x="11858625" y="1362202"/>
                    <a:pt x="11850877" y="1416304"/>
                    <a:pt x="11839448" y="1432560"/>
                  </a:cubicBezTo>
                  <a:cubicBezTo>
                    <a:pt x="11828018" y="1448816"/>
                    <a:pt x="11805793" y="1460119"/>
                    <a:pt x="11772900" y="1466723"/>
                  </a:cubicBezTo>
                  <a:cubicBezTo>
                    <a:pt x="11738483" y="1473200"/>
                    <a:pt x="11721338" y="1482598"/>
                    <a:pt x="11721338" y="1494917"/>
                  </a:cubicBezTo>
                  <a:cubicBezTo>
                    <a:pt x="11721338" y="1506474"/>
                    <a:pt x="11737213" y="1512189"/>
                    <a:pt x="11768836" y="1512189"/>
                  </a:cubicBezTo>
                  <a:lnTo>
                    <a:pt x="11855196" y="1510030"/>
                  </a:lnTo>
                  <a:cubicBezTo>
                    <a:pt x="11968226" y="1510030"/>
                    <a:pt x="12034774" y="1510792"/>
                    <a:pt x="12054967" y="1512189"/>
                  </a:cubicBezTo>
                  <a:lnTo>
                    <a:pt x="12111101" y="1516507"/>
                  </a:lnTo>
                  <a:cubicBezTo>
                    <a:pt x="12126976" y="1516507"/>
                    <a:pt x="12134850" y="1511427"/>
                    <a:pt x="12134850" y="1501394"/>
                  </a:cubicBezTo>
                  <a:lnTo>
                    <a:pt x="12126849" y="1482344"/>
                  </a:lnTo>
                  <a:lnTo>
                    <a:pt x="12110974" y="1480820"/>
                  </a:lnTo>
                  <a:cubicBezTo>
                    <a:pt x="12060427" y="1475105"/>
                    <a:pt x="12028932" y="1458976"/>
                    <a:pt x="12016232" y="1432687"/>
                  </a:cubicBezTo>
                  <a:cubicBezTo>
                    <a:pt x="12003532" y="1406398"/>
                    <a:pt x="11997309" y="1344803"/>
                    <a:pt x="11997309" y="1248156"/>
                  </a:cubicBezTo>
                  <a:cubicBezTo>
                    <a:pt x="11997309" y="1035304"/>
                    <a:pt x="12025249" y="883158"/>
                    <a:pt x="12081256" y="791972"/>
                  </a:cubicBezTo>
                  <a:cubicBezTo>
                    <a:pt x="12137263" y="700786"/>
                    <a:pt x="12207367" y="655066"/>
                    <a:pt x="12291822" y="655066"/>
                  </a:cubicBezTo>
                  <a:cubicBezTo>
                    <a:pt x="12348845" y="655066"/>
                    <a:pt x="12396470" y="680339"/>
                    <a:pt x="12434697" y="730758"/>
                  </a:cubicBezTo>
                  <a:cubicBezTo>
                    <a:pt x="12472924" y="781177"/>
                    <a:pt x="12492101" y="882523"/>
                    <a:pt x="12492101" y="1034542"/>
                  </a:cubicBezTo>
                  <a:cubicBezTo>
                    <a:pt x="12492101" y="1090041"/>
                    <a:pt x="12490450" y="1162177"/>
                    <a:pt x="12487275" y="1250696"/>
                  </a:cubicBezTo>
                  <a:cubicBezTo>
                    <a:pt x="12484100" y="1339215"/>
                    <a:pt x="12479909" y="1391412"/>
                    <a:pt x="12474828" y="1406906"/>
                  </a:cubicBezTo>
                  <a:cubicBezTo>
                    <a:pt x="12469749" y="1422400"/>
                    <a:pt x="12461113" y="1434846"/>
                    <a:pt x="12448794" y="1444244"/>
                  </a:cubicBezTo>
                  <a:cubicBezTo>
                    <a:pt x="12436475" y="1453642"/>
                    <a:pt x="12410567" y="1462659"/>
                    <a:pt x="12370815" y="1471295"/>
                  </a:cubicBezTo>
                  <a:lnTo>
                    <a:pt x="12349226" y="1479931"/>
                  </a:lnTo>
                  <a:lnTo>
                    <a:pt x="12349226" y="1488567"/>
                  </a:lnTo>
                  <a:cubicBezTo>
                    <a:pt x="12349226" y="1500886"/>
                    <a:pt x="12362561" y="1506982"/>
                    <a:pt x="12389231" y="1506982"/>
                  </a:cubicBezTo>
                  <a:cubicBezTo>
                    <a:pt x="12456287" y="1501902"/>
                    <a:pt x="12519152" y="1499362"/>
                    <a:pt x="12577572" y="1499362"/>
                  </a:cubicBezTo>
                  <a:cubicBezTo>
                    <a:pt x="12642469" y="1499362"/>
                    <a:pt x="12691618" y="1502664"/>
                    <a:pt x="12724765" y="1509268"/>
                  </a:cubicBezTo>
                  <a:lnTo>
                    <a:pt x="12734925" y="1510284"/>
                  </a:lnTo>
                  <a:lnTo>
                    <a:pt x="12740005" y="1510284"/>
                  </a:lnTo>
                  <a:lnTo>
                    <a:pt x="12758420" y="1504950"/>
                  </a:lnTo>
                  <a:lnTo>
                    <a:pt x="12758420" y="1494155"/>
                  </a:lnTo>
                  <a:cubicBezTo>
                    <a:pt x="12758420" y="1485519"/>
                    <a:pt x="12745720" y="1477645"/>
                    <a:pt x="12720574" y="1470406"/>
                  </a:cubicBezTo>
                  <a:cubicBezTo>
                    <a:pt x="12683744" y="1460373"/>
                    <a:pt x="12659740" y="1446784"/>
                    <a:pt x="12648565" y="1429893"/>
                  </a:cubicBezTo>
                  <a:cubicBezTo>
                    <a:pt x="12637389" y="1413002"/>
                    <a:pt x="12631801" y="1370965"/>
                    <a:pt x="12631801" y="1303909"/>
                  </a:cubicBezTo>
                  <a:lnTo>
                    <a:pt x="12638277" y="939546"/>
                  </a:lnTo>
                  <a:cubicBezTo>
                    <a:pt x="12638277" y="831469"/>
                    <a:pt x="12625832" y="754888"/>
                    <a:pt x="12600940" y="709803"/>
                  </a:cubicBezTo>
                  <a:cubicBezTo>
                    <a:pt x="12576048" y="664718"/>
                    <a:pt x="12540742" y="633095"/>
                    <a:pt x="12494895" y="614680"/>
                  </a:cubicBezTo>
                  <a:cubicBezTo>
                    <a:pt x="12449048" y="596265"/>
                    <a:pt x="12401677" y="587121"/>
                    <a:pt x="12352527" y="587121"/>
                  </a:cubicBezTo>
                  <a:cubicBezTo>
                    <a:pt x="12288265" y="587121"/>
                    <a:pt x="12228957" y="604774"/>
                    <a:pt x="12174474" y="640207"/>
                  </a:cubicBezTo>
                  <a:cubicBezTo>
                    <a:pt x="12119990" y="675640"/>
                    <a:pt x="12070334" y="728599"/>
                    <a:pt x="12025630" y="799338"/>
                  </a:cubicBezTo>
                  <a:cubicBezTo>
                    <a:pt x="12022074" y="698373"/>
                    <a:pt x="12011533" y="626491"/>
                    <a:pt x="11994261" y="583946"/>
                  </a:cubicBezTo>
                  <a:close/>
                  <a:moveTo>
                    <a:pt x="13316331" y="580644"/>
                  </a:moveTo>
                  <a:cubicBezTo>
                    <a:pt x="13285343" y="581406"/>
                    <a:pt x="13229717" y="584581"/>
                    <a:pt x="13149580" y="590423"/>
                  </a:cubicBezTo>
                  <a:cubicBezTo>
                    <a:pt x="13069443" y="596265"/>
                    <a:pt x="13026517" y="600837"/>
                    <a:pt x="13020802" y="604520"/>
                  </a:cubicBezTo>
                  <a:lnTo>
                    <a:pt x="13012165" y="613156"/>
                  </a:lnTo>
                  <a:lnTo>
                    <a:pt x="13012165" y="619633"/>
                  </a:lnTo>
                  <a:cubicBezTo>
                    <a:pt x="13012165" y="631190"/>
                    <a:pt x="13020802" y="636905"/>
                    <a:pt x="13038074" y="636905"/>
                  </a:cubicBezTo>
                  <a:cubicBezTo>
                    <a:pt x="13090017" y="638429"/>
                    <a:pt x="13125069" y="650113"/>
                    <a:pt x="13143103" y="672084"/>
                  </a:cubicBezTo>
                  <a:cubicBezTo>
                    <a:pt x="13161136" y="694055"/>
                    <a:pt x="13170154" y="765048"/>
                    <a:pt x="13170154" y="884809"/>
                  </a:cubicBezTo>
                  <a:lnTo>
                    <a:pt x="13162535" y="1332865"/>
                  </a:lnTo>
                  <a:cubicBezTo>
                    <a:pt x="13162535" y="1392047"/>
                    <a:pt x="13156946" y="1427988"/>
                    <a:pt x="13145897" y="1440561"/>
                  </a:cubicBezTo>
                  <a:cubicBezTo>
                    <a:pt x="13134848" y="1453134"/>
                    <a:pt x="13109194" y="1462024"/>
                    <a:pt x="13069061" y="1467104"/>
                  </a:cubicBezTo>
                  <a:cubicBezTo>
                    <a:pt x="13028930" y="1472184"/>
                    <a:pt x="13008863" y="1481201"/>
                    <a:pt x="13008863" y="1494155"/>
                  </a:cubicBezTo>
                  <a:lnTo>
                    <a:pt x="13017500" y="1513586"/>
                  </a:lnTo>
                  <a:lnTo>
                    <a:pt x="13042010" y="1513586"/>
                  </a:lnTo>
                  <a:lnTo>
                    <a:pt x="13056488" y="1511427"/>
                  </a:lnTo>
                  <a:cubicBezTo>
                    <a:pt x="13091795" y="1505712"/>
                    <a:pt x="13155676" y="1502791"/>
                    <a:pt x="13248132" y="1502791"/>
                  </a:cubicBezTo>
                  <a:cubicBezTo>
                    <a:pt x="13305789" y="1502791"/>
                    <a:pt x="13368274" y="1507109"/>
                    <a:pt x="13435330" y="1515745"/>
                  </a:cubicBezTo>
                  <a:lnTo>
                    <a:pt x="13449046" y="1516888"/>
                  </a:lnTo>
                  <a:lnTo>
                    <a:pt x="13454887" y="1516888"/>
                  </a:lnTo>
                  <a:lnTo>
                    <a:pt x="13477621" y="1511046"/>
                  </a:lnTo>
                  <a:lnTo>
                    <a:pt x="13477621" y="1499489"/>
                  </a:lnTo>
                  <a:cubicBezTo>
                    <a:pt x="13477621" y="1485011"/>
                    <a:pt x="13457810" y="1476756"/>
                    <a:pt x="13418058" y="1474597"/>
                  </a:cubicBezTo>
                  <a:cubicBezTo>
                    <a:pt x="13384149" y="1473200"/>
                    <a:pt x="13358749" y="1465453"/>
                    <a:pt x="13341731" y="1451356"/>
                  </a:cubicBezTo>
                  <a:cubicBezTo>
                    <a:pt x="13324712" y="1437259"/>
                    <a:pt x="13316331" y="1404239"/>
                    <a:pt x="13316331" y="1352296"/>
                  </a:cubicBezTo>
                  <a:lnTo>
                    <a:pt x="13317474" y="1222375"/>
                  </a:lnTo>
                  <a:lnTo>
                    <a:pt x="13317474" y="1051052"/>
                  </a:lnTo>
                  <a:lnTo>
                    <a:pt x="13315314" y="823722"/>
                  </a:lnTo>
                  <a:lnTo>
                    <a:pt x="13316458" y="580136"/>
                  </a:lnTo>
                  <a:close/>
                  <a:moveTo>
                    <a:pt x="18237200" y="580136"/>
                  </a:moveTo>
                  <a:cubicBezTo>
                    <a:pt x="18206211" y="580898"/>
                    <a:pt x="18150585" y="584073"/>
                    <a:pt x="18070449" y="589915"/>
                  </a:cubicBezTo>
                  <a:cubicBezTo>
                    <a:pt x="17990311" y="595757"/>
                    <a:pt x="17947385" y="600329"/>
                    <a:pt x="17941671" y="604012"/>
                  </a:cubicBezTo>
                  <a:lnTo>
                    <a:pt x="17933034" y="612648"/>
                  </a:lnTo>
                  <a:lnTo>
                    <a:pt x="17933034" y="619125"/>
                  </a:lnTo>
                  <a:cubicBezTo>
                    <a:pt x="17933034" y="630682"/>
                    <a:pt x="17941671" y="636397"/>
                    <a:pt x="17959070" y="636397"/>
                  </a:cubicBezTo>
                  <a:cubicBezTo>
                    <a:pt x="18011012" y="637921"/>
                    <a:pt x="18046064" y="649605"/>
                    <a:pt x="18064099" y="671576"/>
                  </a:cubicBezTo>
                  <a:cubicBezTo>
                    <a:pt x="18082133" y="693547"/>
                    <a:pt x="18091150" y="764540"/>
                    <a:pt x="18091150" y="884301"/>
                  </a:cubicBezTo>
                  <a:lnTo>
                    <a:pt x="18083530" y="1332357"/>
                  </a:lnTo>
                  <a:cubicBezTo>
                    <a:pt x="18083530" y="1391539"/>
                    <a:pt x="18077942" y="1427480"/>
                    <a:pt x="18066893" y="1440053"/>
                  </a:cubicBezTo>
                  <a:cubicBezTo>
                    <a:pt x="18055844" y="1452626"/>
                    <a:pt x="18030189" y="1461516"/>
                    <a:pt x="17990058" y="1466596"/>
                  </a:cubicBezTo>
                  <a:cubicBezTo>
                    <a:pt x="17949926" y="1471676"/>
                    <a:pt x="17929859" y="1480693"/>
                    <a:pt x="17929859" y="1493647"/>
                  </a:cubicBezTo>
                  <a:lnTo>
                    <a:pt x="17938496" y="1513078"/>
                  </a:lnTo>
                  <a:lnTo>
                    <a:pt x="17963007" y="1513078"/>
                  </a:lnTo>
                  <a:lnTo>
                    <a:pt x="17977484" y="1510919"/>
                  </a:lnTo>
                  <a:cubicBezTo>
                    <a:pt x="18012790" y="1505204"/>
                    <a:pt x="18076672" y="1502283"/>
                    <a:pt x="18169128" y="1502283"/>
                  </a:cubicBezTo>
                  <a:cubicBezTo>
                    <a:pt x="18226785" y="1502283"/>
                    <a:pt x="18289270" y="1506601"/>
                    <a:pt x="18356326" y="1515237"/>
                  </a:cubicBezTo>
                  <a:lnTo>
                    <a:pt x="18370042" y="1516380"/>
                  </a:lnTo>
                  <a:lnTo>
                    <a:pt x="18375757" y="1516380"/>
                  </a:lnTo>
                  <a:lnTo>
                    <a:pt x="18398489" y="1510538"/>
                  </a:lnTo>
                  <a:lnTo>
                    <a:pt x="18398489" y="1498981"/>
                  </a:lnTo>
                  <a:cubicBezTo>
                    <a:pt x="18398489" y="1484503"/>
                    <a:pt x="18378678" y="1476248"/>
                    <a:pt x="18338927" y="1474089"/>
                  </a:cubicBezTo>
                  <a:cubicBezTo>
                    <a:pt x="18305018" y="1472692"/>
                    <a:pt x="18279618" y="1464945"/>
                    <a:pt x="18262600" y="1450848"/>
                  </a:cubicBezTo>
                  <a:cubicBezTo>
                    <a:pt x="18245582" y="1436751"/>
                    <a:pt x="18237200" y="1403731"/>
                    <a:pt x="18237200" y="1351788"/>
                  </a:cubicBezTo>
                  <a:lnTo>
                    <a:pt x="18238343" y="1221867"/>
                  </a:lnTo>
                  <a:lnTo>
                    <a:pt x="18238343" y="1051052"/>
                  </a:lnTo>
                  <a:lnTo>
                    <a:pt x="18236183" y="823722"/>
                  </a:lnTo>
                  <a:lnTo>
                    <a:pt x="18237200" y="580136"/>
                  </a:lnTo>
                  <a:close/>
                  <a:moveTo>
                    <a:pt x="54102" y="83312"/>
                  </a:moveTo>
                  <a:cubicBezTo>
                    <a:pt x="33909" y="83312"/>
                    <a:pt x="23749" y="89662"/>
                    <a:pt x="23749" y="102235"/>
                  </a:cubicBezTo>
                  <a:cubicBezTo>
                    <a:pt x="23749" y="113538"/>
                    <a:pt x="37465" y="120904"/>
                    <a:pt x="64897" y="124333"/>
                  </a:cubicBezTo>
                  <a:cubicBezTo>
                    <a:pt x="129159" y="132334"/>
                    <a:pt x="177800" y="156972"/>
                    <a:pt x="211074" y="198501"/>
                  </a:cubicBezTo>
                  <a:cubicBezTo>
                    <a:pt x="244348" y="240030"/>
                    <a:pt x="260858" y="317119"/>
                    <a:pt x="260858" y="429768"/>
                  </a:cubicBezTo>
                  <a:lnTo>
                    <a:pt x="245745" y="913130"/>
                  </a:lnTo>
                  <a:lnTo>
                    <a:pt x="247904" y="1103757"/>
                  </a:lnTo>
                  <a:cubicBezTo>
                    <a:pt x="247904" y="1261872"/>
                    <a:pt x="230886" y="1363726"/>
                    <a:pt x="196977" y="1409319"/>
                  </a:cubicBezTo>
                  <a:cubicBezTo>
                    <a:pt x="163068" y="1454912"/>
                    <a:pt x="109982" y="1478661"/>
                    <a:pt x="37846" y="1480820"/>
                  </a:cubicBezTo>
                  <a:cubicBezTo>
                    <a:pt x="12700" y="1481455"/>
                    <a:pt x="0" y="1489075"/>
                    <a:pt x="0" y="1503426"/>
                  </a:cubicBezTo>
                  <a:lnTo>
                    <a:pt x="4318" y="1514983"/>
                  </a:lnTo>
                  <a:lnTo>
                    <a:pt x="12954" y="1520698"/>
                  </a:lnTo>
                  <a:cubicBezTo>
                    <a:pt x="117602" y="1513459"/>
                    <a:pt x="203073" y="1509903"/>
                    <a:pt x="269494" y="1509903"/>
                  </a:cubicBezTo>
                  <a:lnTo>
                    <a:pt x="422148" y="1510919"/>
                  </a:lnTo>
                  <a:lnTo>
                    <a:pt x="492506" y="1509903"/>
                  </a:lnTo>
                  <a:lnTo>
                    <a:pt x="515239" y="1510919"/>
                  </a:lnTo>
                  <a:cubicBezTo>
                    <a:pt x="533273" y="1510919"/>
                    <a:pt x="542290" y="1505204"/>
                    <a:pt x="542290" y="1493647"/>
                  </a:cubicBezTo>
                  <a:cubicBezTo>
                    <a:pt x="542290" y="1477772"/>
                    <a:pt x="523494" y="1469898"/>
                    <a:pt x="486029" y="1469898"/>
                  </a:cubicBezTo>
                  <a:cubicBezTo>
                    <a:pt x="427609" y="1469898"/>
                    <a:pt x="382651" y="1452245"/>
                    <a:pt x="351282" y="1416812"/>
                  </a:cubicBezTo>
                  <a:cubicBezTo>
                    <a:pt x="319913" y="1381379"/>
                    <a:pt x="304165" y="1306449"/>
                    <a:pt x="304165" y="1191641"/>
                  </a:cubicBezTo>
                  <a:lnTo>
                    <a:pt x="319278" y="319278"/>
                  </a:lnTo>
                  <a:cubicBezTo>
                    <a:pt x="319278" y="301244"/>
                    <a:pt x="322961" y="292227"/>
                    <a:pt x="330073" y="292227"/>
                  </a:cubicBezTo>
                  <a:lnTo>
                    <a:pt x="339090" y="296037"/>
                  </a:lnTo>
                  <a:lnTo>
                    <a:pt x="346329" y="303657"/>
                  </a:lnTo>
                  <a:cubicBezTo>
                    <a:pt x="353568" y="311277"/>
                    <a:pt x="401066" y="401701"/>
                    <a:pt x="488823" y="575056"/>
                  </a:cubicBezTo>
                  <a:cubicBezTo>
                    <a:pt x="576580" y="748411"/>
                    <a:pt x="651891" y="902716"/>
                    <a:pt x="714756" y="1037717"/>
                  </a:cubicBezTo>
                  <a:cubicBezTo>
                    <a:pt x="835406" y="1277493"/>
                    <a:pt x="902208" y="1419733"/>
                    <a:pt x="915162" y="1464564"/>
                  </a:cubicBezTo>
                  <a:cubicBezTo>
                    <a:pt x="920877" y="1483360"/>
                    <a:pt x="928116" y="1492758"/>
                    <a:pt x="936752" y="1492758"/>
                  </a:cubicBezTo>
                  <a:lnTo>
                    <a:pt x="947547" y="1490472"/>
                  </a:lnTo>
                  <a:lnTo>
                    <a:pt x="951865" y="1485773"/>
                  </a:lnTo>
                  <a:cubicBezTo>
                    <a:pt x="956183" y="1481074"/>
                    <a:pt x="968883" y="1453769"/>
                    <a:pt x="989838" y="1403985"/>
                  </a:cubicBezTo>
                  <a:lnTo>
                    <a:pt x="1057021" y="1240409"/>
                  </a:lnTo>
                  <a:cubicBezTo>
                    <a:pt x="1088136" y="1164590"/>
                    <a:pt x="1172210" y="991235"/>
                    <a:pt x="1309497" y="720471"/>
                  </a:cubicBezTo>
                  <a:lnTo>
                    <a:pt x="1524000" y="296926"/>
                  </a:lnTo>
                  <a:cubicBezTo>
                    <a:pt x="1529715" y="285369"/>
                    <a:pt x="1536954" y="279527"/>
                    <a:pt x="1545717" y="279527"/>
                  </a:cubicBezTo>
                  <a:lnTo>
                    <a:pt x="1554353" y="289306"/>
                  </a:lnTo>
                  <a:lnTo>
                    <a:pt x="1522984" y="1085469"/>
                  </a:lnTo>
                  <a:cubicBezTo>
                    <a:pt x="1522984" y="1233551"/>
                    <a:pt x="1518158" y="1326134"/>
                    <a:pt x="1508379" y="1363345"/>
                  </a:cubicBezTo>
                  <a:cubicBezTo>
                    <a:pt x="1498600" y="1400556"/>
                    <a:pt x="1483868" y="1426337"/>
                    <a:pt x="1464056" y="1440815"/>
                  </a:cubicBezTo>
                  <a:cubicBezTo>
                    <a:pt x="1444244" y="1455293"/>
                    <a:pt x="1403985" y="1466469"/>
                    <a:pt x="1343406" y="1474470"/>
                  </a:cubicBezTo>
                  <a:lnTo>
                    <a:pt x="1318514" y="1482725"/>
                  </a:lnTo>
                  <a:lnTo>
                    <a:pt x="1318514" y="1492758"/>
                  </a:lnTo>
                  <a:cubicBezTo>
                    <a:pt x="1318514" y="1504315"/>
                    <a:pt x="1330706" y="1510030"/>
                    <a:pt x="1355344" y="1510030"/>
                  </a:cubicBezTo>
                  <a:lnTo>
                    <a:pt x="1886839" y="1511046"/>
                  </a:lnTo>
                  <a:cubicBezTo>
                    <a:pt x="1909191" y="1511046"/>
                    <a:pt x="1920367" y="1505712"/>
                    <a:pt x="1920367" y="1494790"/>
                  </a:cubicBezTo>
                  <a:cubicBezTo>
                    <a:pt x="1920367" y="1483868"/>
                    <a:pt x="1911350" y="1477137"/>
                    <a:pt x="1893316" y="1474216"/>
                  </a:cubicBezTo>
                  <a:cubicBezTo>
                    <a:pt x="1830578" y="1465580"/>
                    <a:pt x="1788414" y="1451483"/>
                    <a:pt x="1766697" y="1432052"/>
                  </a:cubicBezTo>
                  <a:cubicBezTo>
                    <a:pt x="1744980" y="1412621"/>
                    <a:pt x="1732788" y="1386459"/>
                    <a:pt x="1729867" y="1353566"/>
                  </a:cubicBezTo>
                  <a:cubicBezTo>
                    <a:pt x="1726946" y="1320673"/>
                    <a:pt x="1725549" y="1205103"/>
                    <a:pt x="1725549" y="1006602"/>
                  </a:cubicBezTo>
                  <a:cubicBezTo>
                    <a:pt x="1725549" y="903478"/>
                    <a:pt x="1728470" y="774192"/>
                    <a:pt x="1734185" y="619125"/>
                  </a:cubicBezTo>
                  <a:cubicBezTo>
                    <a:pt x="1739900" y="464058"/>
                    <a:pt x="1745869" y="357886"/>
                    <a:pt x="1751965" y="300863"/>
                  </a:cubicBezTo>
                  <a:cubicBezTo>
                    <a:pt x="1758061" y="243840"/>
                    <a:pt x="1773936" y="203327"/>
                    <a:pt x="1799590" y="179070"/>
                  </a:cubicBezTo>
                  <a:cubicBezTo>
                    <a:pt x="1825244" y="154813"/>
                    <a:pt x="1876298" y="139573"/>
                    <a:pt x="1952752" y="133096"/>
                  </a:cubicBezTo>
                  <a:lnTo>
                    <a:pt x="1978787" y="125349"/>
                  </a:lnTo>
                  <a:lnTo>
                    <a:pt x="1978787" y="114300"/>
                  </a:lnTo>
                  <a:cubicBezTo>
                    <a:pt x="1978787" y="103124"/>
                    <a:pt x="1971167" y="96520"/>
                    <a:pt x="1956054" y="94234"/>
                  </a:cubicBezTo>
                  <a:lnTo>
                    <a:pt x="1525270" y="93091"/>
                  </a:lnTo>
                  <a:cubicBezTo>
                    <a:pt x="1327912" y="556006"/>
                    <a:pt x="1154557" y="911352"/>
                    <a:pt x="1005078" y="1159002"/>
                  </a:cubicBezTo>
                  <a:cubicBezTo>
                    <a:pt x="948690" y="1065149"/>
                    <a:pt x="899414" y="970153"/>
                    <a:pt x="857250" y="874141"/>
                  </a:cubicBezTo>
                  <a:cubicBezTo>
                    <a:pt x="815086" y="778129"/>
                    <a:pt x="755904" y="657479"/>
                    <a:pt x="680085" y="512318"/>
                  </a:cubicBezTo>
                  <a:cubicBezTo>
                    <a:pt x="617220" y="391033"/>
                    <a:pt x="549402" y="251206"/>
                    <a:pt x="476377" y="93091"/>
                  </a:cubicBezTo>
                  <a:lnTo>
                    <a:pt x="93091" y="84455"/>
                  </a:lnTo>
                  <a:lnTo>
                    <a:pt x="54102" y="83312"/>
                  </a:lnTo>
                  <a:close/>
                  <a:moveTo>
                    <a:pt x="2602611" y="582295"/>
                  </a:moveTo>
                  <a:cubicBezTo>
                    <a:pt x="2497963" y="582295"/>
                    <a:pt x="2415667" y="602361"/>
                    <a:pt x="2355723" y="642366"/>
                  </a:cubicBezTo>
                  <a:cubicBezTo>
                    <a:pt x="2295779" y="682371"/>
                    <a:pt x="2265934" y="729488"/>
                    <a:pt x="2265934" y="783590"/>
                  </a:cubicBezTo>
                  <a:cubicBezTo>
                    <a:pt x="2265934" y="814705"/>
                    <a:pt x="2275459" y="838073"/>
                    <a:pt x="2294636" y="853948"/>
                  </a:cubicBezTo>
                  <a:cubicBezTo>
                    <a:pt x="2313813" y="869823"/>
                    <a:pt x="2331212" y="877697"/>
                    <a:pt x="2347087" y="877697"/>
                  </a:cubicBezTo>
                  <a:cubicBezTo>
                    <a:pt x="2391029" y="877697"/>
                    <a:pt x="2419604" y="844423"/>
                    <a:pt x="2432558" y="777748"/>
                  </a:cubicBezTo>
                  <a:cubicBezTo>
                    <a:pt x="2444877" y="716788"/>
                    <a:pt x="2462530" y="675894"/>
                    <a:pt x="2485644" y="654939"/>
                  </a:cubicBezTo>
                  <a:cubicBezTo>
                    <a:pt x="2508758" y="634619"/>
                    <a:pt x="2543048" y="624459"/>
                    <a:pt x="2588514" y="624459"/>
                  </a:cubicBezTo>
                  <a:cubicBezTo>
                    <a:pt x="2644140" y="624459"/>
                    <a:pt x="2687066" y="642366"/>
                    <a:pt x="2717292" y="678307"/>
                  </a:cubicBezTo>
                  <a:cubicBezTo>
                    <a:pt x="2747518" y="714248"/>
                    <a:pt x="2762758" y="764286"/>
                    <a:pt x="2762758" y="828675"/>
                  </a:cubicBezTo>
                  <a:cubicBezTo>
                    <a:pt x="2762758" y="869188"/>
                    <a:pt x="2751201" y="902081"/>
                    <a:pt x="2728087" y="927354"/>
                  </a:cubicBezTo>
                  <a:cubicBezTo>
                    <a:pt x="2704973" y="952627"/>
                    <a:pt x="2635758" y="984377"/>
                    <a:pt x="2520315" y="1022604"/>
                  </a:cubicBezTo>
                  <a:cubicBezTo>
                    <a:pt x="2439416" y="1050036"/>
                    <a:pt x="2383028" y="1072769"/>
                    <a:pt x="2350897" y="1090803"/>
                  </a:cubicBezTo>
                  <a:cubicBezTo>
                    <a:pt x="2318766" y="1108837"/>
                    <a:pt x="2290318" y="1138428"/>
                    <a:pt x="2265426" y="1179576"/>
                  </a:cubicBezTo>
                  <a:cubicBezTo>
                    <a:pt x="2240534" y="1220724"/>
                    <a:pt x="2228088" y="1265174"/>
                    <a:pt x="2228088" y="1312672"/>
                  </a:cubicBezTo>
                  <a:cubicBezTo>
                    <a:pt x="2228088" y="1376172"/>
                    <a:pt x="2248789" y="1427480"/>
                    <a:pt x="2290318" y="1466469"/>
                  </a:cubicBezTo>
                  <a:cubicBezTo>
                    <a:pt x="2331847" y="1505458"/>
                    <a:pt x="2388997" y="1524889"/>
                    <a:pt x="2461895" y="1524889"/>
                  </a:cubicBezTo>
                  <a:cubicBezTo>
                    <a:pt x="2523998" y="1524889"/>
                    <a:pt x="2579497" y="1512062"/>
                    <a:pt x="2628519" y="1486535"/>
                  </a:cubicBezTo>
                  <a:cubicBezTo>
                    <a:pt x="2677541" y="1461008"/>
                    <a:pt x="2719832" y="1422527"/>
                    <a:pt x="2755138" y="1371219"/>
                  </a:cubicBezTo>
                  <a:cubicBezTo>
                    <a:pt x="2756535" y="1431798"/>
                    <a:pt x="2764282" y="1471676"/>
                    <a:pt x="2778379" y="1490853"/>
                  </a:cubicBezTo>
                  <a:cubicBezTo>
                    <a:pt x="2792476" y="1510030"/>
                    <a:pt x="2820035" y="1519555"/>
                    <a:pt x="2861183" y="1519555"/>
                  </a:cubicBezTo>
                  <a:cubicBezTo>
                    <a:pt x="3003296" y="1519555"/>
                    <a:pt x="3074416" y="1505712"/>
                    <a:pt x="3074416" y="1478153"/>
                  </a:cubicBezTo>
                  <a:lnTo>
                    <a:pt x="3066161" y="1460119"/>
                  </a:lnTo>
                  <a:lnTo>
                    <a:pt x="3049524" y="1460119"/>
                  </a:lnTo>
                  <a:lnTo>
                    <a:pt x="3031109" y="1462278"/>
                  </a:lnTo>
                  <a:cubicBezTo>
                    <a:pt x="3018155" y="1464437"/>
                    <a:pt x="3007995" y="1465580"/>
                    <a:pt x="3000883" y="1465580"/>
                  </a:cubicBezTo>
                  <a:cubicBezTo>
                    <a:pt x="2964815" y="1465580"/>
                    <a:pt x="2940050" y="1442339"/>
                    <a:pt x="2926715" y="1395730"/>
                  </a:cubicBezTo>
                  <a:cubicBezTo>
                    <a:pt x="2913380" y="1349121"/>
                    <a:pt x="2906649" y="1270508"/>
                    <a:pt x="2906649" y="1160018"/>
                  </a:cubicBezTo>
                  <a:lnTo>
                    <a:pt x="2913126" y="873887"/>
                  </a:lnTo>
                  <a:cubicBezTo>
                    <a:pt x="2913126" y="787273"/>
                    <a:pt x="2906776" y="728726"/>
                    <a:pt x="2894203" y="698373"/>
                  </a:cubicBezTo>
                  <a:cubicBezTo>
                    <a:pt x="2881630" y="668020"/>
                    <a:pt x="2850515" y="641096"/>
                    <a:pt x="2801112" y="617601"/>
                  </a:cubicBezTo>
                  <a:cubicBezTo>
                    <a:pt x="2751709" y="594106"/>
                    <a:pt x="2685415" y="582422"/>
                    <a:pt x="2602484" y="582422"/>
                  </a:cubicBezTo>
                  <a:close/>
                  <a:moveTo>
                    <a:pt x="6237478" y="582422"/>
                  </a:moveTo>
                  <a:cubicBezTo>
                    <a:pt x="6132830" y="582422"/>
                    <a:pt x="6050534" y="602488"/>
                    <a:pt x="5990717" y="642493"/>
                  </a:cubicBezTo>
                  <a:cubicBezTo>
                    <a:pt x="5930900" y="682498"/>
                    <a:pt x="5900928" y="729615"/>
                    <a:pt x="5900928" y="783717"/>
                  </a:cubicBezTo>
                  <a:cubicBezTo>
                    <a:pt x="5900928" y="814832"/>
                    <a:pt x="5910453" y="838200"/>
                    <a:pt x="5929630" y="854075"/>
                  </a:cubicBezTo>
                  <a:cubicBezTo>
                    <a:pt x="5948807" y="869950"/>
                    <a:pt x="5966206" y="877824"/>
                    <a:pt x="5982081" y="877824"/>
                  </a:cubicBezTo>
                  <a:cubicBezTo>
                    <a:pt x="6026150" y="877824"/>
                    <a:pt x="6054598" y="844550"/>
                    <a:pt x="6067679" y="777875"/>
                  </a:cubicBezTo>
                  <a:cubicBezTo>
                    <a:pt x="6079998" y="716915"/>
                    <a:pt x="6097651" y="676021"/>
                    <a:pt x="6120765" y="655066"/>
                  </a:cubicBezTo>
                  <a:cubicBezTo>
                    <a:pt x="6143879" y="634746"/>
                    <a:pt x="6178169" y="624586"/>
                    <a:pt x="6223635" y="624586"/>
                  </a:cubicBezTo>
                  <a:cubicBezTo>
                    <a:pt x="6279261" y="624586"/>
                    <a:pt x="6322187" y="642493"/>
                    <a:pt x="6352413" y="678434"/>
                  </a:cubicBezTo>
                  <a:cubicBezTo>
                    <a:pt x="6382639" y="714375"/>
                    <a:pt x="6397879" y="764413"/>
                    <a:pt x="6397879" y="828802"/>
                  </a:cubicBezTo>
                  <a:cubicBezTo>
                    <a:pt x="6397879" y="869315"/>
                    <a:pt x="6386322" y="902208"/>
                    <a:pt x="6363208" y="927481"/>
                  </a:cubicBezTo>
                  <a:cubicBezTo>
                    <a:pt x="6340094" y="952754"/>
                    <a:pt x="6270752" y="984504"/>
                    <a:pt x="6155436" y="1022731"/>
                  </a:cubicBezTo>
                  <a:cubicBezTo>
                    <a:pt x="6074537" y="1050163"/>
                    <a:pt x="6018149" y="1072896"/>
                    <a:pt x="5986018" y="1090930"/>
                  </a:cubicBezTo>
                  <a:cubicBezTo>
                    <a:pt x="5953887" y="1108964"/>
                    <a:pt x="5925439" y="1138555"/>
                    <a:pt x="5900547" y="1179703"/>
                  </a:cubicBezTo>
                  <a:cubicBezTo>
                    <a:pt x="5875655" y="1220851"/>
                    <a:pt x="5863209" y="1265301"/>
                    <a:pt x="5863209" y="1312799"/>
                  </a:cubicBezTo>
                  <a:cubicBezTo>
                    <a:pt x="5863209" y="1376299"/>
                    <a:pt x="5883910" y="1427607"/>
                    <a:pt x="5925439" y="1466596"/>
                  </a:cubicBezTo>
                  <a:cubicBezTo>
                    <a:pt x="5966968" y="1505585"/>
                    <a:pt x="6024118" y="1525016"/>
                    <a:pt x="6097016" y="1525016"/>
                  </a:cubicBezTo>
                  <a:cubicBezTo>
                    <a:pt x="6159119" y="1525016"/>
                    <a:pt x="6214618" y="1512189"/>
                    <a:pt x="6263767" y="1486662"/>
                  </a:cubicBezTo>
                  <a:cubicBezTo>
                    <a:pt x="6312916" y="1461135"/>
                    <a:pt x="6355080" y="1422654"/>
                    <a:pt x="6390386" y="1371346"/>
                  </a:cubicBezTo>
                  <a:cubicBezTo>
                    <a:pt x="6391783" y="1431925"/>
                    <a:pt x="6399530" y="1471803"/>
                    <a:pt x="6413627" y="1490980"/>
                  </a:cubicBezTo>
                  <a:cubicBezTo>
                    <a:pt x="6427724" y="1510157"/>
                    <a:pt x="6455283" y="1519682"/>
                    <a:pt x="6496431" y="1519682"/>
                  </a:cubicBezTo>
                  <a:cubicBezTo>
                    <a:pt x="6638544" y="1519682"/>
                    <a:pt x="6709664" y="1505839"/>
                    <a:pt x="6709664" y="1478280"/>
                  </a:cubicBezTo>
                  <a:lnTo>
                    <a:pt x="6701409" y="1460246"/>
                  </a:lnTo>
                  <a:lnTo>
                    <a:pt x="6684772" y="1460246"/>
                  </a:lnTo>
                  <a:lnTo>
                    <a:pt x="6666357" y="1462405"/>
                  </a:lnTo>
                  <a:cubicBezTo>
                    <a:pt x="6653403" y="1464564"/>
                    <a:pt x="6643243" y="1465707"/>
                    <a:pt x="6636004" y="1465707"/>
                  </a:cubicBezTo>
                  <a:cubicBezTo>
                    <a:pt x="6599936" y="1465707"/>
                    <a:pt x="6575171" y="1442466"/>
                    <a:pt x="6561836" y="1395857"/>
                  </a:cubicBezTo>
                  <a:cubicBezTo>
                    <a:pt x="6548501" y="1349248"/>
                    <a:pt x="6541770" y="1270635"/>
                    <a:pt x="6541770" y="1160145"/>
                  </a:cubicBezTo>
                  <a:lnTo>
                    <a:pt x="6548247" y="874014"/>
                  </a:lnTo>
                  <a:cubicBezTo>
                    <a:pt x="6548247" y="787400"/>
                    <a:pt x="6541897" y="728853"/>
                    <a:pt x="6529324" y="698500"/>
                  </a:cubicBezTo>
                  <a:cubicBezTo>
                    <a:pt x="6516751" y="668147"/>
                    <a:pt x="6485636" y="641223"/>
                    <a:pt x="6436233" y="617728"/>
                  </a:cubicBezTo>
                  <a:cubicBezTo>
                    <a:pt x="6386830" y="594233"/>
                    <a:pt x="6320536" y="582549"/>
                    <a:pt x="6237605" y="582549"/>
                  </a:cubicBezTo>
                  <a:close/>
                  <a:moveTo>
                    <a:pt x="7318248" y="582549"/>
                  </a:moveTo>
                  <a:cubicBezTo>
                    <a:pt x="7213600" y="582549"/>
                    <a:pt x="7131304" y="602615"/>
                    <a:pt x="7071487" y="642620"/>
                  </a:cubicBezTo>
                  <a:cubicBezTo>
                    <a:pt x="7011670" y="682625"/>
                    <a:pt x="6981698" y="729742"/>
                    <a:pt x="6981698" y="783844"/>
                  </a:cubicBezTo>
                  <a:cubicBezTo>
                    <a:pt x="6981698" y="814959"/>
                    <a:pt x="6991223" y="838327"/>
                    <a:pt x="7010400" y="854202"/>
                  </a:cubicBezTo>
                  <a:cubicBezTo>
                    <a:pt x="7029577" y="870077"/>
                    <a:pt x="7046976" y="877951"/>
                    <a:pt x="7062851" y="877951"/>
                  </a:cubicBezTo>
                  <a:cubicBezTo>
                    <a:pt x="7106920" y="877951"/>
                    <a:pt x="7135368" y="844677"/>
                    <a:pt x="7148449" y="778002"/>
                  </a:cubicBezTo>
                  <a:cubicBezTo>
                    <a:pt x="7160641" y="717042"/>
                    <a:pt x="7178421" y="676148"/>
                    <a:pt x="7201535" y="655193"/>
                  </a:cubicBezTo>
                  <a:cubicBezTo>
                    <a:pt x="7224649" y="634873"/>
                    <a:pt x="7258939" y="624713"/>
                    <a:pt x="7304405" y="624713"/>
                  </a:cubicBezTo>
                  <a:cubicBezTo>
                    <a:pt x="7360031" y="624713"/>
                    <a:pt x="7402957" y="642620"/>
                    <a:pt x="7433183" y="678561"/>
                  </a:cubicBezTo>
                  <a:cubicBezTo>
                    <a:pt x="7463409" y="714502"/>
                    <a:pt x="7478649" y="764540"/>
                    <a:pt x="7478649" y="828929"/>
                  </a:cubicBezTo>
                  <a:cubicBezTo>
                    <a:pt x="7478649" y="869442"/>
                    <a:pt x="7467092" y="902335"/>
                    <a:pt x="7443978" y="927608"/>
                  </a:cubicBezTo>
                  <a:cubicBezTo>
                    <a:pt x="7420864" y="952881"/>
                    <a:pt x="7351649" y="984631"/>
                    <a:pt x="7236079" y="1022858"/>
                  </a:cubicBezTo>
                  <a:cubicBezTo>
                    <a:pt x="7155307" y="1050290"/>
                    <a:pt x="7098792" y="1073023"/>
                    <a:pt x="7066661" y="1091057"/>
                  </a:cubicBezTo>
                  <a:cubicBezTo>
                    <a:pt x="7034530" y="1109091"/>
                    <a:pt x="7006082" y="1138682"/>
                    <a:pt x="6981190" y="1179830"/>
                  </a:cubicBezTo>
                  <a:cubicBezTo>
                    <a:pt x="6956298" y="1220978"/>
                    <a:pt x="6943852" y="1265428"/>
                    <a:pt x="6943852" y="1312926"/>
                  </a:cubicBezTo>
                  <a:cubicBezTo>
                    <a:pt x="6943852" y="1376426"/>
                    <a:pt x="6964553" y="1427734"/>
                    <a:pt x="7006082" y="1466723"/>
                  </a:cubicBezTo>
                  <a:cubicBezTo>
                    <a:pt x="7047611" y="1505712"/>
                    <a:pt x="7104761" y="1525143"/>
                    <a:pt x="7177659" y="1525143"/>
                  </a:cubicBezTo>
                  <a:cubicBezTo>
                    <a:pt x="7239762" y="1525143"/>
                    <a:pt x="7295261" y="1512316"/>
                    <a:pt x="7344283" y="1486789"/>
                  </a:cubicBezTo>
                  <a:cubicBezTo>
                    <a:pt x="7393305" y="1461262"/>
                    <a:pt x="7435596" y="1422781"/>
                    <a:pt x="7470902" y="1371473"/>
                  </a:cubicBezTo>
                  <a:cubicBezTo>
                    <a:pt x="7472426" y="1432052"/>
                    <a:pt x="7480173" y="1471930"/>
                    <a:pt x="7494143" y="1491107"/>
                  </a:cubicBezTo>
                  <a:cubicBezTo>
                    <a:pt x="7508113" y="1510284"/>
                    <a:pt x="7535799" y="1519809"/>
                    <a:pt x="7576947" y="1519809"/>
                  </a:cubicBezTo>
                  <a:cubicBezTo>
                    <a:pt x="7719060" y="1519809"/>
                    <a:pt x="7790180" y="1505966"/>
                    <a:pt x="7790180" y="1478407"/>
                  </a:cubicBezTo>
                  <a:lnTo>
                    <a:pt x="7781798" y="1460373"/>
                  </a:lnTo>
                  <a:lnTo>
                    <a:pt x="7765161" y="1460373"/>
                  </a:lnTo>
                  <a:lnTo>
                    <a:pt x="7746746" y="1462532"/>
                  </a:lnTo>
                  <a:cubicBezTo>
                    <a:pt x="7733792" y="1464691"/>
                    <a:pt x="7723632" y="1465834"/>
                    <a:pt x="7716520" y="1465834"/>
                  </a:cubicBezTo>
                  <a:cubicBezTo>
                    <a:pt x="7680452" y="1465834"/>
                    <a:pt x="7655687" y="1442593"/>
                    <a:pt x="7642352" y="1395984"/>
                  </a:cubicBezTo>
                  <a:cubicBezTo>
                    <a:pt x="7629017" y="1349375"/>
                    <a:pt x="7622286" y="1270762"/>
                    <a:pt x="7622286" y="1160272"/>
                  </a:cubicBezTo>
                  <a:lnTo>
                    <a:pt x="7628763" y="874141"/>
                  </a:lnTo>
                  <a:cubicBezTo>
                    <a:pt x="7628763" y="787527"/>
                    <a:pt x="7622413" y="728980"/>
                    <a:pt x="7609840" y="698627"/>
                  </a:cubicBezTo>
                  <a:cubicBezTo>
                    <a:pt x="7597267" y="668274"/>
                    <a:pt x="7566152" y="641350"/>
                    <a:pt x="7516749" y="617855"/>
                  </a:cubicBezTo>
                  <a:cubicBezTo>
                    <a:pt x="7467346" y="594360"/>
                    <a:pt x="7401052" y="582676"/>
                    <a:pt x="7318121" y="582676"/>
                  </a:cubicBezTo>
                  <a:close/>
                  <a:moveTo>
                    <a:pt x="13695172" y="593471"/>
                  </a:moveTo>
                  <a:cubicBezTo>
                    <a:pt x="13674217" y="593471"/>
                    <a:pt x="13663803" y="600710"/>
                    <a:pt x="13663803" y="615188"/>
                  </a:cubicBezTo>
                  <a:lnTo>
                    <a:pt x="13672058" y="632841"/>
                  </a:lnTo>
                  <a:lnTo>
                    <a:pt x="13688695" y="635762"/>
                  </a:lnTo>
                  <a:cubicBezTo>
                    <a:pt x="13714603" y="640080"/>
                    <a:pt x="13732383" y="645287"/>
                    <a:pt x="13741781" y="651510"/>
                  </a:cubicBezTo>
                  <a:cubicBezTo>
                    <a:pt x="13751179" y="657733"/>
                    <a:pt x="13765657" y="675386"/>
                    <a:pt x="13785087" y="704596"/>
                  </a:cubicBezTo>
                  <a:cubicBezTo>
                    <a:pt x="13804519" y="733806"/>
                    <a:pt x="13837031" y="799719"/>
                    <a:pt x="13882624" y="902081"/>
                  </a:cubicBezTo>
                  <a:lnTo>
                    <a:pt x="14016989" y="1201928"/>
                  </a:lnTo>
                  <a:lnTo>
                    <a:pt x="14145895" y="1481201"/>
                  </a:lnTo>
                  <a:cubicBezTo>
                    <a:pt x="14158849" y="1511554"/>
                    <a:pt x="14169771" y="1526667"/>
                    <a:pt x="14178407" y="1526667"/>
                  </a:cubicBezTo>
                  <a:cubicBezTo>
                    <a:pt x="14190726" y="1526667"/>
                    <a:pt x="14201139" y="1514348"/>
                    <a:pt x="14209776" y="1489837"/>
                  </a:cubicBezTo>
                  <a:cubicBezTo>
                    <a:pt x="14215490" y="1470406"/>
                    <a:pt x="14235303" y="1425575"/>
                    <a:pt x="14269213" y="1355598"/>
                  </a:cubicBezTo>
                  <a:cubicBezTo>
                    <a:pt x="14303756" y="1282700"/>
                    <a:pt x="14359255" y="1148207"/>
                    <a:pt x="14435582" y="951865"/>
                  </a:cubicBezTo>
                  <a:cubicBezTo>
                    <a:pt x="14480921" y="835660"/>
                    <a:pt x="14516988" y="755777"/>
                    <a:pt x="14543787" y="712089"/>
                  </a:cubicBezTo>
                  <a:cubicBezTo>
                    <a:pt x="14570583" y="668401"/>
                    <a:pt x="14613382" y="643382"/>
                    <a:pt x="14672563" y="636905"/>
                  </a:cubicBezTo>
                  <a:lnTo>
                    <a:pt x="14697456" y="629285"/>
                  </a:lnTo>
                  <a:lnTo>
                    <a:pt x="14697456" y="618490"/>
                  </a:lnTo>
                  <a:cubicBezTo>
                    <a:pt x="14697456" y="604012"/>
                    <a:pt x="14685899" y="596773"/>
                    <a:pt x="14662786" y="596773"/>
                  </a:cubicBezTo>
                  <a:lnTo>
                    <a:pt x="14565376" y="597916"/>
                  </a:lnTo>
                  <a:lnTo>
                    <a:pt x="14402943" y="595757"/>
                  </a:lnTo>
                  <a:cubicBezTo>
                    <a:pt x="14384910" y="595757"/>
                    <a:pt x="14375892" y="602996"/>
                    <a:pt x="14375892" y="617347"/>
                  </a:cubicBezTo>
                  <a:cubicBezTo>
                    <a:pt x="14375892" y="628904"/>
                    <a:pt x="14387830" y="635381"/>
                    <a:pt x="14411579" y="636905"/>
                  </a:cubicBezTo>
                  <a:cubicBezTo>
                    <a:pt x="14451964" y="639826"/>
                    <a:pt x="14472158" y="657860"/>
                    <a:pt x="14472158" y="691007"/>
                  </a:cubicBezTo>
                  <a:cubicBezTo>
                    <a:pt x="14472158" y="767461"/>
                    <a:pt x="14394435" y="977138"/>
                    <a:pt x="14238860" y="1319911"/>
                  </a:cubicBezTo>
                  <a:cubicBezTo>
                    <a:pt x="14063853" y="959104"/>
                    <a:pt x="13976350" y="750570"/>
                    <a:pt x="13976350" y="694309"/>
                  </a:cubicBezTo>
                  <a:cubicBezTo>
                    <a:pt x="13976350" y="663321"/>
                    <a:pt x="13994764" y="644525"/>
                    <a:pt x="14031595" y="638048"/>
                  </a:cubicBezTo>
                  <a:cubicBezTo>
                    <a:pt x="14057630" y="633730"/>
                    <a:pt x="14070585" y="626110"/>
                    <a:pt x="14070585" y="615315"/>
                  </a:cubicBezTo>
                  <a:cubicBezTo>
                    <a:pt x="14070585" y="601599"/>
                    <a:pt x="14058012" y="594741"/>
                    <a:pt x="14032737" y="594741"/>
                  </a:cubicBezTo>
                  <a:cubicBezTo>
                    <a:pt x="14021943" y="595503"/>
                    <a:pt x="13972160" y="595884"/>
                    <a:pt x="13883387" y="595884"/>
                  </a:cubicBezTo>
                  <a:lnTo>
                    <a:pt x="13695045" y="593725"/>
                  </a:lnTo>
                  <a:close/>
                  <a:moveTo>
                    <a:pt x="9967341" y="93091"/>
                  </a:moveTo>
                  <a:cubicBezTo>
                    <a:pt x="9936988" y="93091"/>
                    <a:pt x="9921875" y="100457"/>
                    <a:pt x="9921875" y="115189"/>
                  </a:cubicBezTo>
                  <a:cubicBezTo>
                    <a:pt x="9921875" y="127127"/>
                    <a:pt x="9934194" y="133096"/>
                    <a:pt x="9958705" y="133096"/>
                  </a:cubicBezTo>
                  <a:cubicBezTo>
                    <a:pt x="10033762" y="134493"/>
                    <a:pt x="10082657" y="165100"/>
                    <a:pt x="10105390" y="224536"/>
                  </a:cubicBezTo>
                  <a:cubicBezTo>
                    <a:pt x="10128123" y="283972"/>
                    <a:pt x="10139553" y="447167"/>
                    <a:pt x="10139553" y="713613"/>
                  </a:cubicBezTo>
                  <a:lnTo>
                    <a:pt x="10135235" y="1013714"/>
                  </a:lnTo>
                  <a:cubicBezTo>
                    <a:pt x="10135235" y="1145159"/>
                    <a:pt x="10150983" y="1243965"/>
                    <a:pt x="10182352" y="1310005"/>
                  </a:cubicBezTo>
                  <a:cubicBezTo>
                    <a:pt x="10213722" y="1376045"/>
                    <a:pt x="10273665" y="1429131"/>
                    <a:pt x="10362057" y="1469263"/>
                  </a:cubicBezTo>
                  <a:cubicBezTo>
                    <a:pt x="10450449" y="1509395"/>
                    <a:pt x="10557510" y="1529461"/>
                    <a:pt x="10682986" y="1529461"/>
                  </a:cubicBezTo>
                  <a:cubicBezTo>
                    <a:pt x="10805668" y="1529461"/>
                    <a:pt x="10909047" y="1511554"/>
                    <a:pt x="10993120" y="1475867"/>
                  </a:cubicBezTo>
                  <a:cubicBezTo>
                    <a:pt x="11077194" y="1440180"/>
                    <a:pt x="11140186" y="1393317"/>
                    <a:pt x="11182097" y="1335151"/>
                  </a:cubicBezTo>
                  <a:cubicBezTo>
                    <a:pt x="11224006" y="1276985"/>
                    <a:pt x="11251185" y="1188847"/>
                    <a:pt x="11263757" y="1070483"/>
                  </a:cubicBezTo>
                  <a:cubicBezTo>
                    <a:pt x="11276330" y="952119"/>
                    <a:pt x="11282680" y="808228"/>
                    <a:pt x="11282680" y="638556"/>
                  </a:cubicBezTo>
                  <a:cubicBezTo>
                    <a:pt x="11282680" y="502920"/>
                    <a:pt x="11286617" y="400050"/>
                    <a:pt x="11294618" y="330073"/>
                  </a:cubicBezTo>
                  <a:cubicBezTo>
                    <a:pt x="11302619" y="260096"/>
                    <a:pt x="11319383" y="211709"/>
                    <a:pt x="11344910" y="185039"/>
                  </a:cubicBezTo>
                  <a:cubicBezTo>
                    <a:pt x="11370437" y="158369"/>
                    <a:pt x="11410697" y="140970"/>
                    <a:pt x="11465560" y="133096"/>
                  </a:cubicBezTo>
                  <a:lnTo>
                    <a:pt x="11489436" y="124841"/>
                  </a:lnTo>
                  <a:lnTo>
                    <a:pt x="11489436" y="114681"/>
                  </a:lnTo>
                  <a:cubicBezTo>
                    <a:pt x="11489436" y="100203"/>
                    <a:pt x="11479657" y="92964"/>
                    <a:pt x="11460226" y="92964"/>
                  </a:cubicBezTo>
                  <a:lnTo>
                    <a:pt x="11027029" y="92964"/>
                  </a:lnTo>
                  <a:cubicBezTo>
                    <a:pt x="10991723" y="92964"/>
                    <a:pt x="10973943" y="100203"/>
                    <a:pt x="10973943" y="114681"/>
                  </a:cubicBezTo>
                  <a:cubicBezTo>
                    <a:pt x="10973943" y="129794"/>
                    <a:pt x="10987278" y="137414"/>
                    <a:pt x="11013948" y="137414"/>
                  </a:cubicBezTo>
                  <a:cubicBezTo>
                    <a:pt x="11080369" y="137414"/>
                    <a:pt x="11130407" y="162814"/>
                    <a:pt x="11164443" y="213741"/>
                  </a:cubicBezTo>
                  <a:cubicBezTo>
                    <a:pt x="11198479" y="264668"/>
                    <a:pt x="11215370" y="371983"/>
                    <a:pt x="11215370" y="535813"/>
                  </a:cubicBezTo>
                  <a:cubicBezTo>
                    <a:pt x="11215370" y="854075"/>
                    <a:pt x="11205464" y="1060831"/>
                    <a:pt x="11185525" y="1156081"/>
                  </a:cubicBezTo>
                  <a:cubicBezTo>
                    <a:pt x="11165586" y="1251331"/>
                    <a:pt x="11122533" y="1323213"/>
                    <a:pt x="11056239" y="1371473"/>
                  </a:cubicBezTo>
                  <a:cubicBezTo>
                    <a:pt x="10989945" y="1419733"/>
                    <a:pt x="10893172" y="1443990"/>
                    <a:pt x="10766172" y="1443990"/>
                  </a:cubicBezTo>
                  <a:cubicBezTo>
                    <a:pt x="10645013" y="1443990"/>
                    <a:pt x="10549128" y="1417828"/>
                    <a:pt x="10478770" y="1365504"/>
                  </a:cubicBezTo>
                  <a:cubicBezTo>
                    <a:pt x="10408412" y="1313180"/>
                    <a:pt x="10366502" y="1242695"/>
                    <a:pt x="10353294" y="1153922"/>
                  </a:cubicBezTo>
                  <a:cubicBezTo>
                    <a:pt x="10340086" y="1065149"/>
                    <a:pt x="10333228" y="905764"/>
                    <a:pt x="10333228" y="675513"/>
                  </a:cubicBezTo>
                  <a:cubicBezTo>
                    <a:pt x="10333228" y="483616"/>
                    <a:pt x="10339578" y="358394"/>
                    <a:pt x="10352151" y="299847"/>
                  </a:cubicBezTo>
                  <a:cubicBezTo>
                    <a:pt x="10364724" y="241300"/>
                    <a:pt x="10383393" y="200660"/>
                    <a:pt x="10407904" y="177546"/>
                  </a:cubicBezTo>
                  <a:cubicBezTo>
                    <a:pt x="10432415" y="154432"/>
                    <a:pt x="10470388" y="140462"/>
                    <a:pt x="10521569" y="135382"/>
                  </a:cubicBezTo>
                  <a:cubicBezTo>
                    <a:pt x="10544683" y="133223"/>
                    <a:pt x="10556240" y="125603"/>
                    <a:pt x="10556240" y="112649"/>
                  </a:cubicBezTo>
                  <a:cubicBezTo>
                    <a:pt x="10556240" y="99695"/>
                    <a:pt x="10540747" y="93218"/>
                    <a:pt x="10509758" y="93218"/>
                  </a:cubicBezTo>
                  <a:close/>
                  <a:moveTo>
                    <a:pt x="17301845" y="571500"/>
                  </a:moveTo>
                  <a:cubicBezTo>
                    <a:pt x="17221581" y="571500"/>
                    <a:pt x="17153255" y="596646"/>
                    <a:pt x="17096867" y="646811"/>
                  </a:cubicBezTo>
                  <a:cubicBezTo>
                    <a:pt x="17040479" y="696976"/>
                    <a:pt x="17012284" y="759333"/>
                    <a:pt x="17012284" y="833755"/>
                  </a:cubicBezTo>
                  <a:cubicBezTo>
                    <a:pt x="17012284" y="872744"/>
                    <a:pt x="17021302" y="908812"/>
                    <a:pt x="17039335" y="942086"/>
                  </a:cubicBezTo>
                  <a:cubicBezTo>
                    <a:pt x="17057370" y="975360"/>
                    <a:pt x="17082134" y="1001649"/>
                    <a:pt x="17113884" y="1021207"/>
                  </a:cubicBezTo>
                  <a:cubicBezTo>
                    <a:pt x="17145634" y="1040765"/>
                    <a:pt x="17208627" y="1071626"/>
                    <a:pt x="17302860" y="1113790"/>
                  </a:cubicBezTo>
                  <a:cubicBezTo>
                    <a:pt x="17440402" y="1175131"/>
                    <a:pt x="17509108" y="1245489"/>
                    <a:pt x="17509108" y="1324864"/>
                  </a:cubicBezTo>
                  <a:cubicBezTo>
                    <a:pt x="17509108" y="1376172"/>
                    <a:pt x="17490439" y="1416685"/>
                    <a:pt x="17453102" y="1446657"/>
                  </a:cubicBezTo>
                  <a:cubicBezTo>
                    <a:pt x="17415763" y="1476629"/>
                    <a:pt x="17372964" y="1491615"/>
                    <a:pt x="17324832" y="1491615"/>
                  </a:cubicBezTo>
                  <a:cubicBezTo>
                    <a:pt x="17256506" y="1491615"/>
                    <a:pt x="17197070" y="1462913"/>
                    <a:pt x="17146524" y="1405636"/>
                  </a:cubicBezTo>
                  <a:cubicBezTo>
                    <a:pt x="17095978" y="1348359"/>
                    <a:pt x="17056608" y="1278382"/>
                    <a:pt x="17028540" y="1196213"/>
                  </a:cubicBezTo>
                  <a:lnTo>
                    <a:pt x="17017746" y="1175639"/>
                  </a:lnTo>
                  <a:lnTo>
                    <a:pt x="17009618" y="1175639"/>
                  </a:lnTo>
                  <a:cubicBezTo>
                    <a:pt x="16995521" y="1175639"/>
                    <a:pt x="16988408" y="1188974"/>
                    <a:pt x="16988408" y="1215644"/>
                  </a:cubicBezTo>
                  <a:cubicBezTo>
                    <a:pt x="16989806" y="1233678"/>
                    <a:pt x="16990949" y="1274064"/>
                    <a:pt x="16991710" y="1336929"/>
                  </a:cubicBezTo>
                  <a:cubicBezTo>
                    <a:pt x="16992473" y="1409827"/>
                    <a:pt x="16993870" y="1456563"/>
                    <a:pt x="16996156" y="1477137"/>
                  </a:cubicBezTo>
                  <a:cubicBezTo>
                    <a:pt x="16998442" y="1497711"/>
                    <a:pt x="17003903" y="1507998"/>
                    <a:pt x="17012793" y="1507998"/>
                  </a:cubicBezTo>
                  <a:cubicBezTo>
                    <a:pt x="17023080" y="1507998"/>
                    <a:pt x="17034129" y="1497838"/>
                    <a:pt x="17045939" y="1477645"/>
                  </a:cubicBezTo>
                  <a:cubicBezTo>
                    <a:pt x="17055337" y="1462405"/>
                    <a:pt x="17066133" y="1454912"/>
                    <a:pt x="17078325" y="1454912"/>
                  </a:cubicBezTo>
                  <a:cubicBezTo>
                    <a:pt x="17085563" y="1454912"/>
                    <a:pt x="17108170" y="1463548"/>
                    <a:pt x="17146397" y="1480820"/>
                  </a:cubicBezTo>
                  <a:cubicBezTo>
                    <a:pt x="17216247" y="1513332"/>
                    <a:pt x="17276445" y="1529588"/>
                    <a:pt x="17326863" y="1529588"/>
                  </a:cubicBezTo>
                  <a:cubicBezTo>
                    <a:pt x="17411827" y="1529588"/>
                    <a:pt x="17485359" y="1499489"/>
                    <a:pt x="17547335" y="1439418"/>
                  </a:cubicBezTo>
                  <a:cubicBezTo>
                    <a:pt x="17609311" y="1379347"/>
                    <a:pt x="17640300" y="1307465"/>
                    <a:pt x="17640300" y="1223899"/>
                  </a:cubicBezTo>
                  <a:cubicBezTo>
                    <a:pt x="17640300" y="1188593"/>
                    <a:pt x="17632045" y="1154684"/>
                    <a:pt x="17615408" y="1122299"/>
                  </a:cubicBezTo>
                  <a:cubicBezTo>
                    <a:pt x="17598771" y="1089914"/>
                    <a:pt x="17578197" y="1064133"/>
                    <a:pt x="17553685" y="1045083"/>
                  </a:cubicBezTo>
                  <a:cubicBezTo>
                    <a:pt x="17529175" y="1026033"/>
                    <a:pt x="17477867" y="998855"/>
                    <a:pt x="17400015" y="963549"/>
                  </a:cubicBezTo>
                  <a:cubicBezTo>
                    <a:pt x="17274412" y="906907"/>
                    <a:pt x="17205706" y="873633"/>
                    <a:pt x="17193768" y="863473"/>
                  </a:cubicBezTo>
                  <a:cubicBezTo>
                    <a:pt x="17181830" y="853313"/>
                    <a:pt x="17169003" y="838200"/>
                    <a:pt x="17155286" y="818134"/>
                  </a:cubicBezTo>
                  <a:cubicBezTo>
                    <a:pt x="17141571" y="798068"/>
                    <a:pt x="17134712" y="775208"/>
                    <a:pt x="17134712" y="750062"/>
                  </a:cubicBezTo>
                  <a:cubicBezTo>
                    <a:pt x="17134712" y="709803"/>
                    <a:pt x="17151350" y="676910"/>
                    <a:pt x="17184497" y="651764"/>
                  </a:cubicBezTo>
                  <a:cubicBezTo>
                    <a:pt x="17217644" y="626618"/>
                    <a:pt x="17260188" y="613918"/>
                    <a:pt x="17312258" y="613918"/>
                  </a:cubicBezTo>
                  <a:cubicBezTo>
                    <a:pt x="17345406" y="613918"/>
                    <a:pt x="17379187" y="621538"/>
                    <a:pt x="17413478" y="636524"/>
                  </a:cubicBezTo>
                  <a:cubicBezTo>
                    <a:pt x="17447768" y="651510"/>
                    <a:pt x="17479390" y="686435"/>
                    <a:pt x="17508220" y="741045"/>
                  </a:cubicBezTo>
                  <a:cubicBezTo>
                    <a:pt x="17537049" y="795655"/>
                    <a:pt x="17554321" y="832612"/>
                    <a:pt x="17560162" y="852043"/>
                  </a:cubicBezTo>
                  <a:cubicBezTo>
                    <a:pt x="17566639" y="872871"/>
                    <a:pt x="17575276" y="883285"/>
                    <a:pt x="17586198" y="883285"/>
                  </a:cubicBezTo>
                  <a:cubicBezTo>
                    <a:pt x="17598389" y="883285"/>
                    <a:pt x="17604612" y="871728"/>
                    <a:pt x="17604612" y="848487"/>
                  </a:cubicBezTo>
                  <a:cubicBezTo>
                    <a:pt x="17604612" y="810895"/>
                    <a:pt x="17602454" y="762889"/>
                    <a:pt x="17598135" y="704596"/>
                  </a:cubicBezTo>
                  <a:cubicBezTo>
                    <a:pt x="17593818" y="646303"/>
                    <a:pt x="17589881" y="614426"/>
                    <a:pt x="17586325" y="608965"/>
                  </a:cubicBezTo>
                  <a:lnTo>
                    <a:pt x="17577943" y="600837"/>
                  </a:lnTo>
                  <a:lnTo>
                    <a:pt x="17571593" y="600837"/>
                  </a:lnTo>
                  <a:lnTo>
                    <a:pt x="17560035" y="606425"/>
                  </a:lnTo>
                  <a:lnTo>
                    <a:pt x="17551654" y="617601"/>
                  </a:lnTo>
                  <a:cubicBezTo>
                    <a:pt x="17543018" y="629539"/>
                    <a:pt x="17535017" y="635508"/>
                    <a:pt x="17527778" y="635508"/>
                  </a:cubicBezTo>
                  <a:lnTo>
                    <a:pt x="17508982" y="632587"/>
                  </a:lnTo>
                  <a:lnTo>
                    <a:pt x="17497425" y="626745"/>
                  </a:lnTo>
                  <a:cubicBezTo>
                    <a:pt x="17426558" y="590042"/>
                    <a:pt x="17361408" y="571500"/>
                    <a:pt x="17302099" y="571500"/>
                  </a:cubicBezTo>
                  <a:close/>
                  <a:moveTo>
                    <a:pt x="15298165" y="580136"/>
                  </a:moveTo>
                  <a:cubicBezTo>
                    <a:pt x="15194280" y="580136"/>
                    <a:pt x="15096617" y="627380"/>
                    <a:pt x="15005431" y="721995"/>
                  </a:cubicBezTo>
                  <a:cubicBezTo>
                    <a:pt x="14914245" y="816610"/>
                    <a:pt x="14868525" y="934593"/>
                    <a:pt x="14868525" y="1075944"/>
                  </a:cubicBezTo>
                  <a:cubicBezTo>
                    <a:pt x="14868525" y="1208024"/>
                    <a:pt x="14910054" y="1317117"/>
                    <a:pt x="14992986" y="1403350"/>
                  </a:cubicBezTo>
                  <a:cubicBezTo>
                    <a:pt x="15075915" y="1489583"/>
                    <a:pt x="15177388" y="1532763"/>
                    <a:pt x="15297277" y="1532763"/>
                  </a:cubicBezTo>
                  <a:cubicBezTo>
                    <a:pt x="15378810" y="1532763"/>
                    <a:pt x="15452852" y="1515491"/>
                    <a:pt x="15519273" y="1480820"/>
                  </a:cubicBezTo>
                  <a:cubicBezTo>
                    <a:pt x="15585694" y="1446149"/>
                    <a:pt x="15632557" y="1403604"/>
                    <a:pt x="15659988" y="1353058"/>
                  </a:cubicBezTo>
                  <a:lnTo>
                    <a:pt x="15653131" y="1324864"/>
                  </a:lnTo>
                  <a:lnTo>
                    <a:pt x="15641574" y="1324864"/>
                  </a:lnTo>
                  <a:cubicBezTo>
                    <a:pt x="15635732" y="1324864"/>
                    <a:pt x="15622015" y="1334643"/>
                    <a:pt x="15600299" y="1354074"/>
                  </a:cubicBezTo>
                  <a:cubicBezTo>
                    <a:pt x="15525750" y="1423416"/>
                    <a:pt x="15445105" y="1457960"/>
                    <a:pt x="15358363" y="1457960"/>
                  </a:cubicBezTo>
                  <a:cubicBezTo>
                    <a:pt x="15269463" y="1457960"/>
                    <a:pt x="15194660" y="1422654"/>
                    <a:pt x="15134335" y="1351915"/>
                  </a:cubicBezTo>
                  <a:cubicBezTo>
                    <a:pt x="15074010" y="1281176"/>
                    <a:pt x="15043786" y="1194562"/>
                    <a:pt x="15043786" y="1092073"/>
                  </a:cubicBezTo>
                  <a:cubicBezTo>
                    <a:pt x="15043786" y="1070483"/>
                    <a:pt x="15045182" y="1041146"/>
                    <a:pt x="15048103" y="1004443"/>
                  </a:cubicBezTo>
                  <a:lnTo>
                    <a:pt x="15590265" y="995807"/>
                  </a:lnTo>
                  <a:cubicBezTo>
                    <a:pt x="15640938" y="995807"/>
                    <a:pt x="15668498" y="992251"/>
                    <a:pt x="15673197" y="985012"/>
                  </a:cubicBezTo>
                  <a:cubicBezTo>
                    <a:pt x="15677896" y="977773"/>
                    <a:pt x="15680310" y="966597"/>
                    <a:pt x="15680310" y="951484"/>
                  </a:cubicBezTo>
                  <a:cubicBezTo>
                    <a:pt x="15680310" y="851916"/>
                    <a:pt x="15640938" y="765175"/>
                    <a:pt x="15562326" y="691134"/>
                  </a:cubicBezTo>
                  <a:cubicBezTo>
                    <a:pt x="15483712" y="617093"/>
                    <a:pt x="15395702" y="580136"/>
                    <a:pt x="15298165" y="580136"/>
                  </a:cubicBezTo>
                  <a:close/>
                  <a:moveTo>
                    <a:pt x="18943955" y="273812"/>
                  </a:moveTo>
                  <a:cubicBezTo>
                    <a:pt x="18930620" y="273812"/>
                    <a:pt x="18922492" y="286385"/>
                    <a:pt x="18919571" y="311658"/>
                  </a:cubicBezTo>
                  <a:cubicBezTo>
                    <a:pt x="18908013" y="407416"/>
                    <a:pt x="18867374" y="481457"/>
                    <a:pt x="18797651" y="534035"/>
                  </a:cubicBezTo>
                  <a:cubicBezTo>
                    <a:pt x="18727928" y="586613"/>
                    <a:pt x="18678271" y="618236"/>
                    <a:pt x="18648807" y="629031"/>
                  </a:cubicBezTo>
                  <a:cubicBezTo>
                    <a:pt x="18630900" y="634746"/>
                    <a:pt x="18621883" y="642366"/>
                    <a:pt x="18621883" y="651764"/>
                  </a:cubicBezTo>
                  <a:lnTo>
                    <a:pt x="18629757" y="667258"/>
                  </a:lnTo>
                  <a:lnTo>
                    <a:pt x="18645632" y="667893"/>
                  </a:lnTo>
                  <a:lnTo>
                    <a:pt x="18710529" y="672211"/>
                  </a:lnTo>
                  <a:cubicBezTo>
                    <a:pt x="18774029" y="675767"/>
                    <a:pt x="18808319" y="678307"/>
                    <a:pt x="18813399" y="679831"/>
                  </a:cubicBezTo>
                  <a:cubicBezTo>
                    <a:pt x="18800445" y="937768"/>
                    <a:pt x="18793840" y="1119886"/>
                    <a:pt x="18793840" y="1226058"/>
                  </a:cubicBezTo>
                  <a:cubicBezTo>
                    <a:pt x="18793840" y="1327912"/>
                    <a:pt x="18812256" y="1404493"/>
                    <a:pt x="18849212" y="1455801"/>
                  </a:cubicBezTo>
                  <a:cubicBezTo>
                    <a:pt x="18886170" y="1507109"/>
                    <a:pt x="18941542" y="1532763"/>
                    <a:pt x="19015329" y="1532763"/>
                  </a:cubicBezTo>
                  <a:cubicBezTo>
                    <a:pt x="19089878" y="1532763"/>
                    <a:pt x="19152743" y="1513967"/>
                    <a:pt x="19204178" y="1476502"/>
                  </a:cubicBezTo>
                  <a:cubicBezTo>
                    <a:pt x="19255612" y="1439037"/>
                    <a:pt x="19281267" y="1411478"/>
                    <a:pt x="19281267" y="1394206"/>
                  </a:cubicBezTo>
                  <a:lnTo>
                    <a:pt x="19276568" y="1379093"/>
                  </a:lnTo>
                  <a:lnTo>
                    <a:pt x="19267170" y="1379093"/>
                  </a:lnTo>
                  <a:cubicBezTo>
                    <a:pt x="19263613" y="1379093"/>
                    <a:pt x="19253454" y="1384173"/>
                    <a:pt x="19236817" y="1394206"/>
                  </a:cubicBezTo>
                  <a:cubicBezTo>
                    <a:pt x="19190463" y="1422400"/>
                    <a:pt x="19148044" y="1436370"/>
                    <a:pt x="19109689" y="1436370"/>
                  </a:cubicBezTo>
                  <a:cubicBezTo>
                    <a:pt x="19056731" y="1436370"/>
                    <a:pt x="19016218" y="1418336"/>
                    <a:pt x="18987897" y="1382141"/>
                  </a:cubicBezTo>
                  <a:cubicBezTo>
                    <a:pt x="18959576" y="1345946"/>
                    <a:pt x="18945479" y="1268730"/>
                    <a:pt x="18945479" y="1150112"/>
                  </a:cubicBezTo>
                  <a:cubicBezTo>
                    <a:pt x="18945479" y="996188"/>
                    <a:pt x="18950560" y="839343"/>
                    <a:pt x="18960592" y="679704"/>
                  </a:cubicBezTo>
                  <a:cubicBezTo>
                    <a:pt x="19112103" y="668909"/>
                    <a:pt x="19206590" y="663448"/>
                    <a:pt x="19244183" y="663448"/>
                  </a:cubicBezTo>
                  <a:cubicBezTo>
                    <a:pt x="19254343" y="654812"/>
                    <a:pt x="19259677" y="633857"/>
                    <a:pt x="19260438" y="600710"/>
                  </a:cubicBezTo>
                  <a:cubicBezTo>
                    <a:pt x="19258914" y="591312"/>
                    <a:pt x="19238088" y="586613"/>
                    <a:pt x="19197701" y="586613"/>
                  </a:cubicBezTo>
                  <a:lnTo>
                    <a:pt x="18960719" y="589915"/>
                  </a:lnTo>
                  <a:lnTo>
                    <a:pt x="18959576" y="421640"/>
                  </a:lnTo>
                  <a:cubicBezTo>
                    <a:pt x="18959576" y="384937"/>
                    <a:pt x="18960719" y="352552"/>
                    <a:pt x="18962878" y="324612"/>
                  </a:cubicBezTo>
                  <a:lnTo>
                    <a:pt x="18964021" y="310642"/>
                  </a:lnTo>
                  <a:lnTo>
                    <a:pt x="18964021" y="304165"/>
                  </a:lnTo>
                  <a:cubicBezTo>
                    <a:pt x="18964021" y="284099"/>
                    <a:pt x="18957417" y="273939"/>
                    <a:pt x="18944082" y="273939"/>
                  </a:cubicBezTo>
                  <a:close/>
                  <a:moveTo>
                    <a:pt x="3611880" y="580136"/>
                  </a:moveTo>
                  <a:cubicBezTo>
                    <a:pt x="3531108" y="585216"/>
                    <a:pt x="3443732" y="588391"/>
                    <a:pt x="3349879" y="589915"/>
                  </a:cubicBezTo>
                  <a:cubicBezTo>
                    <a:pt x="3307969" y="590677"/>
                    <a:pt x="3287014" y="597789"/>
                    <a:pt x="3287014" y="611505"/>
                  </a:cubicBezTo>
                  <a:cubicBezTo>
                    <a:pt x="3287014" y="625983"/>
                    <a:pt x="3302508" y="633222"/>
                    <a:pt x="3333623" y="633222"/>
                  </a:cubicBezTo>
                  <a:lnTo>
                    <a:pt x="3350641" y="632079"/>
                  </a:lnTo>
                  <a:lnTo>
                    <a:pt x="3358642" y="632079"/>
                  </a:lnTo>
                  <a:cubicBezTo>
                    <a:pt x="3404743" y="632079"/>
                    <a:pt x="3433445" y="644017"/>
                    <a:pt x="3444748" y="667766"/>
                  </a:cubicBezTo>
                  <a:cubicBezTo>
                    <a:pt x="3456051" y="691515"/>
                    <a:pt x="3461512" y="747395"/>
                    <a:pt x="3461512" y="835406"/>
                  </a:cubicBezTo>
                  <a:lnTo>
                    <a:pt x="3459353" y="1502791"/>
                  </a:lnTo>
                  <a:cubicBezTo>
                    <a:pt x="3458591" y="1714754"/>
                    <a:pt x="3454273" y="1842770"/>
                    <a:pt x="3446399" y="1886712"/>
                  </a:cubicBezTo>
                  <a:cubicBezTo>
                    <a:pt x="3438525" y="1930654"/>
                    <a:pt x="3417189" y="1967865"/>
                    <a:pt x="3382518" y="1998091"/>
                  </a:cubicBezTo>
                  <a:cubicBezTo>
                    <a:pt x="3347847" y="2028317"/>
                    <a:pt x="3308858" y="2043557"/>
                    <a:pt x="3265678" y="2043557"/>
                  </a:cubicBezTo>
                  <a:cubicBezTo>
                    <a:pt x="3240405" y="2043557"/>
                    <a:pt x="3221228" y="2038731"/>
                    <a:pt x="3208274" y="2028952"/>
                  </a:cubicBezTo>
                  <a:cubicBezTo>
                    <a:pt x="3195320" y="2019173"/>
                    <a:pt x="3188716" y="2004949"/>
                    <a:pt x="3188716" y="1986153"/>
                  </a:cubicBezTo>
                  <a:lnTo>
                    <a:pt x="3197352" y="1945005"/>
                  </a:lnTo>
                  <a:cubicBezTo>
                    <a:pt x="3206750" y="1920494"/>
                    <a:pt x="3211449" y="1902079"/>
                    <a:pt x="3211449" y="1889760"/>
                  </a:cubicBezTo>
                  <a:cubicBezTo>
                    <a:pt x="3211449" y="1864487"/>
                    <a:pt x="3203702" y="1844675"/>
                    <a:pt x="3188208" y="1830197"/>
                  </a:cubicBezTo>
                  <a:cubicBezTo>
                    <a:pt x="3172714" y="1815719"/>
                    <a:pt x="3153791" y="1808607"/>
                    <a:pt x="3131439" y="1808607"/>
                  </a:cubicBezTo>
                  <a:cubicBezTo>
                    <a:pt x="3109722" y="1808607"/>
                    <a:pt x="3089529" y="1818259"/>
                    <a:pt x="3070860" y="1837436"/>
                  </a:cubicBezTo>
                  <a:cubicBezTo>
                    <a:pt x="3052191" y="1856613"/>
                    <a:pt x="3042666" y="1882140"/>
                    <a:pt x="3042666" y="1914017"/>
                  </a:cubicBezTo>
                  <a:cubicBezTo>
                    <a:pt x="3042666" y="1969008"/>
                    <a:pt x="3063113" y="2011426"/>
                    <a:pt x="3103880" y="2041144"/>
                  </a:cubicBezTo>
                  <a:cubicBezTo>
                    <a:pt x="3144647" y="2070862"/>
                    <a:pt x="3191764" y="2085721"/>
                    <a:pt x="3245104" y="2085721"/>
                  </a:cubicBezTo>
                  <a:cubicBezTo>
                    <a:pt x="3338957" y="2085721"/>
                    <a:pt x="3418713" y="2050161"/>
                    <a:pt x="3484372" y="1979041"/>
                  </a:cubicBezTo>
                  <a:cubicBezTo>
                    <a:pt x="3550031" y="1907921"/>
                    <a:pt x="3586734" y="1822831"/>
                    <a:pt x="3594227" y="1723644"/>
                  </a:cubicBezTo>
                  <a:cubicBezTo>
                    <a:pt x="3601720" y="1624457"/>
                    <a:pt x="3605530" y="1423924"/>
                    <a:pt x="3605530" y="1122299"/>
                  </a:cubicBezTo>
                  <a:cubicBezTo>
                    <a:pt x="3605530" y="1069594"/>
                    <a:pt x="3607689" y="888873"/>
                    <a:pt x="3612007" y="580009"/>
                  </a:cubicBezTo>
                  <a:close/>
                  <a:moveTo>
                    <a:pt x="19513043" y="587629"/>
                  </a:moveTo>
                  <a:cubicBezTo>
                    <a:pt x="19495771" y="587629"/>
                    <a:pt x="19487135" y="594741"/>
                    <a:pt x="19487135" y="609092"/>
                  </a:cubicBezTo>
                  <a:cubicBezTo>
                    <a:pt x="19487135" y="621157"/>
                    <a:pt x="19499073" y="628650"/>
                    <a:pt x="19522822" y="631698"/>
                  </a:cubicBezTo>
                  <a:cubicBezTo>
                    <a:pt x="19548856" y="635508"/>
                    <a:pt x="19572732" y="649859"/>
                    <a:pt x="19594830" y="674624"/>
                  </a:cubicBezTo>
                  <a:cubicBezTo>
                    <a:pt x="19616928" y="699389"/>
                    <a:pt x="19658203" y="782828"/>
                    <a:pt x="19718782" y="924433"/>
                  </a:cubicBezTo>
                  <a:cubicBezTo>
                    <a:pt x="19779362" y="1066038"/>
                    <a:pt x="19834479" y="1197864"/>
                    <a:pt x="19883882" y="1319657"/>
                  </a:cubicBezTo>
                  <a:cubicBezTo>
                    <a:pt x="19933286" y="1441450"/>
                    <a:pt x="19958050" y="1526540"/>
                    <a:pt x="19958050" y="1574927"/>
                  </a:cubicBezTo>
                  <a:cubicBezTo>
                    <a:pt x="19958050" y="1636268"/>
                    <a:pt x="19926173" y="1721358"/>
                    <a:pt x="19862293" y="1830197"/>
                  </a:cubicBezTo>
                  <a:cubicBezTo>
                    <a:pt x="19798412" y="1939036"/>
                    <a:pt x="19740245" y="1993900"/>
                    <a:pt x="19688302" y="1993900"/>
                  </a:cubicBezTo>
                  <a:cubicBezTo>
                    <a:pt x="19655789" y="1993900"/>
                    <a:pt x="19638138" y="1973961"/>
                    <a:pt x="19635215" y="1934337"/>
                  </a:cubicBezTo>
                  <a:cubicBezTo>
                    <a:pt x="19630137" y="1875155"/>
                    <a:pt x="19598005" y="1845564"/>
                    <a:pt x="19538950" y="1845564"/>
                  </a:cubicBezTo>
                  <a:cubicBezTo>
                    <a:pt x="19515837" y="1845564"/>
                    <a:pt x="19493357" y="1855978"/>
                    <a:pt x="19471260" y="1876933"/>
                  </a:cubicBezTo>
                  <a:cubicBezTo>
                    <a:pt x="19449162" y="1897888"/>
                    <a:pt x="19438240" y="1922018"/>
                    <a:pt x="19438240" y="1949450"/>
                  </a:cubicBezTo>
                  <a:cubicBezTo>
                    <a:pt x="19438240" y="1983359"/>
                    <a:pt x="19454622" y="2016506"/>
                    <a:pt x="19487516" y="2049018"/>
                  </a:cubicBezTo>
                  <a:cubicBezTo>
                    <a:pt x="19520408" y="2081530"/>
                    <a:pt x="19564858" y="2097659"/>
                    <a:pt x="19621246" y="2097659"/>
                  </a:cubicBezTo>
                  <a:cubicBezTo>
                    <a:pt x="19676111" y="2097659"/>
                    <a:pt x="19731864" y="2076196"/>
                    <a:pt x="19788505" y="2033270"/>
                  </a:cubicBezTo>
                  <a:cubicBezTo>
                    <a:pt x="19845147" y="1990344"/>
                    <a:pt x="19899630" y="1912874"/>
                    <a:pt x="19951954" y="1800606"/>
                  </a:cubicBezTo>
                  <a:cubicBezTo>
                    <a:pt x="20004278" y="1688338"/>
                    <a:pt x="20073367" y="1505839"/>
                    <a:pt x="20159218" y="1252728"/>
                  </a:cubicBezTo>
                  <a:cubicBezTo>
                    <a:pt x="20247229" y="993902"/>
                    <a:pt x="20308063" y="828929"/>
                    <a:pt x="20341589" y="757936"/>
                  </a:cubicBezTo>
                  <a:cubicBezTo>
                    <a:pt x="20375118" y="686943"/>
                    <a:pt x="20420839" y="644906"/>
                    <a:pt x="20478496" y="631952"/>
                  </a:cubicBezTo>
                  <a:cubicBezTo>
                    <a:pt x="20498054" y="627507"/>
                    <a:pt x="20507706" y="619760"/>
                    <a:pt x="20507706" y="608584"/>
                  </a:cubicBezTo>
                  <a:lnTo>
                    <a:pt x="20498690" y="589661"/>
                  </a:lnTo>
                  <a:lnTo>
                    <a:pt x="20480655" y="589661"/>
                  </a:lnTo>
                  <a:cubicBezTo>
                    <a:pt x="20474814" y="589661"/>
                    <a:pt x="20464780" y="590423"/>
                    <a:pt x="20450302" y="591820"/>
                  </a:cubicBezTo>
                  <a:cubicBezTo>
                    <a:pt x="20417789" y="594741"/>
                    <a:pt x="20353655" y="596138"/>
                    <a:pt x="20257643" y="596138"/>
                  </a:cubicBezTo>
                  <a:cubicBezTo>
                    <a:pt x="20225131" y="596138"/>
                    <a:pt x="20202398" y="595757"/>
                    <a:pt x="20189444" y="595122"/>
                  </a:cubicBezTo>
                  <a:cubicBezTo>
                    <a:pt x="20156297" y="592963"/>
                    <a:pt x="20136740" y="591820"/>
                    <a:pt x="20131024" y="591820"/>
                  </a:cubicBezTo>
                  <a:lnTo>
                    <a:pt x="20106132" y="597789"/>
                  </a:lnTo>
                  <a:lnTo>
                    <a:pt x="20106132" y="609600"/>
                  </a:lnTo>
                  <a:cubicBezTo>
                    <a:pt x="20106132" y="622173"/>
                    <a:pt x="20116546" y="629666"/>
                    <a:pt x="20137501" y="631825"/>
                  </a:cubicBezTo>
                  <a:cubicBezTo>
                    <a:pt x="20212558" y="638302"/>
                    <a:pt x="20250023" y="671449"/>
                    <a:pt x="20250023" y="731266"/>
                  </a:cubicBezTo>
                  <a:cubicBezTo>
                    <a:pt x="20250023" y="777367"/>
                    <a:pt x="20238847" y="838835"/>
                    <a:pt x="20216495" y="915670"/>
                  </a:cubicBezTo>
                  <a:cubicBezTo>
                    <a:pt x="20194143" y="992505"/>
                    <a:pt x="20143597" y="1137539"/>
                    <a:pt x="20064985" y="1351026"/>
                  </a:cubicBezTo>
                  <a:cubicBezTo>
                    <a:pt x="19900519" y="963803"/>
                    <a:pt x="19818223" y="753364"/>
                    <a:pt x="19818223" y="719455"/>
                  </a:cubicBezTo>
                  <a:cubicBezTo>
                    <a:pt x="19818223" y="679831"/>
                    <a:pt x="19846671" y="652399"/>
                    <a:pt x="19903694" y="637286"/>
                  </a:cubicBezTo>
                  <a:cubicBezTo>
                    <a:pt x="19935444" y="629412"/>
                    <a:pt x="19951319" y="619633"/>
                    <a:pt x="19951319" y="608076"/>
                  </a:cubicBezTo>
                  <a:cubicBezTo>
                    <a:pt x="19951319" y="594360"/>
                    <a:pt x="19942302" y="587502"/>
                    <a:pt x="19924268" y="587502"/>
                  </a:cubicBezTo>
                  <a:lnTo>
                    <a:pt x="19908013" y="588772"/>
                  </a:lnTo>
                  <a:lnTo>
                    <a:pt x="19892899" y="591439"/>
                  </a:lnTo>
                  <a:cubicBezTo>
                    <a:pt x="19867626" y="596011"/>
                    <a:pt x="19797268" y="598297"/>
                    <a:pt x="19681825" y="598297"/>
                  </a:cubicBezTo>
                  <a:cubicBezTo>
                    <a:pt x="19627723" y="598297"/>
                    <a:pt x="19579717" y="595503"/>
                    <a:pt x="19537807" y="589915"/>
                  </a:cubicBezTo>
                  <a:lnTo>
                    <a:pt x="19520154" y="587502"/>
                  </a:lnTo>
                  <a:close/>
                </a:path>
              </a:pathLst>
            </a:custGeom>
            <a:blipFill>
              <a:blip r:embed="rId3"/>
              <a:stretch>
                <a:fillRect l="-3613" t="-553776" r="-1825" b="-75169"/>
              </a:stretch>
            </a:blipFill>
          </p:spPr>
          <p:txBody>
            <a:bodyPr/>
            <a:lstStyle/>
            <a:p>
              <a:endParaRPr lang="en-US" dirty="0"/>
            </a:p>
          </p:txBody>
        </p:sp>
      </p:grpSp>
      <p:grpSp>
        <p:nvGrpSpPr>
          <p:cNvPr id="16" name="Group 12">
            <a:extLst>
              <a:ext uri="{FF2B5EF4-FFF2-40B4-BE49-F238E27FC236}">
                <a16:creationId xmlns:a16="http://schemas.microsoft.com/office/drawing/2014/main" id="{16F33DE3-42A3-E9D7-D5A8-1219FC18762A}"/>
              </a:ext>
            </a:extLst>
          </p:cNvPr>
          <p:cNvGrpSpPr/>
          <p:nvPr/>
        </p:nvGrpSpPr>
        <p:grpSpPr>
          <a:xfrm>
            <a:off x="3970492" y="798307"/>
            <a:ext cx="1521653" cy="208937"/>
            <a:chOff x="-7154145" y="-236443"/>
            <a:chExt cx="20555709" cy="2627752"/>
          </a:xfrm>
        </p:grpSpPr>
        <p:sp>
          <p:nvSpPr>
            <p:cNvPr id="17" name="Freeform 13">
              <a:extLst>
                <a:ext uri="{FF2B5EF4-FFF2-40B4-BE49-F238E27FC236}">
                  <a16:creationId xmlns:a16="http://schemas.microsoft.com/office/drawing/2014/main" id="{CC60B8AE-4FB4-AB27-E21D-CA1C9A9ADE8A}"/>
                </a:ext>
              </a:extLst>
            </p:cNvPr>
            <p:cNvSpPr/>
            <p:nvPr/>
          </p:nvSpPr>
          <p:spPr>
            <a:xfrm>
              <a:off x="-7154145" y="-236443"/>
              <a:ext cx="20555709" cy="2627752"/>
            </a:xfrm>
            <a:custGeom>
              <a:avLst/>
              <a:gdLst/>
              <a:ahLst/>
              <a:cxnLst/>
              <a:rect l="l" t="t" r="r" b="b"/>
              <a:pathLst>
                <a:path w="20555711" h="2627757">
                  <a:moveTo>
                    <a:pt x="470027" y="15748"/>
                  </a:moveTo>
                  <a:cubicBezTo>
                    <a:pt x="372237" y="15748"/>
                    <a:pt x="309118" y="88265"/>
                    <a:pt x="309118" y="176657"/>
                  </a:cubicBezTo>
                  <a:cubicBezTo>
                    <a:pt x="309118" y="265049"/>
                    <a:pt x="372237" y="337566"/>
                    <a:pt x="470027" y="337566"/>
                  </a:cubicBezTo>
                  <a:cubicBezTo>
                    <a:pt x="561467" y="337566"/>
                    <a:pt x="630936" y="265049"/>
                    <a:pt x="630936" y="176657"/>
                  </a:cubicBezTo>
                  <a:cubicBezTo>
                    <a:pt x="630936" y="88265"/>
                    <a:pt x="561467" y="15748"/>
                    <a:pt x="470027" y="15748"/>
                  </a:cubicBezTo>
                  <a:close/>
                  <a:moveTo>
                    <a:pt x="924179" y="15748"/>
                  </a:moveTo>
                  <a:cubicBezTo>
                    <a:pt x="829564" y="15748"/>
                    <a:pt x="763270" y="88265"/>
                    <a:pt x="763270" y="176657"/>
                  </a:cubicBezTo>
                  <a:cubicBezTo>
                    <a:pt x="763270" y="265049"/>
                    <a:pt x="829437" y="337566"/>
                    <a:pt x="924179" y="337566"/>
                  </a:cubicBezTo>
                  <a:cubicBezTo>
                    <a:pt x="1018921" y="337566"/>
                    <a:pt x="1085088" y="265049"/>
                    <a:pt x="1085088" y="176657"/>
                  </a:cubicBezTo>
                  <a:cubicBezTo>
                    <a:pt x="1085088" y="88265"/>
                    <a:pt x="1018794" y="15748"/>
                    <a:pt x="924179" y="15748"/>
                  </a:cubicBezTo>
                  <a:close/>
                  <a:moveTo>
                    <a:pt x="12484354" y="15748"/>
                  </a:moveTo>
                  <a:cubicBezTo>
                    <a:pt x="12386564" y="15748"/>
                    <a:pt x="12323445" y="88265"/>
                    <a:pt x="12323445" y="176657"/>
                  </a:cubicBezTo>
                  <a:cubicBezTo>
                    <a:pt x="12323445" y="265049"/>
                    <a:pt x="12386564" y="337566"/>
                    <a:pt x="12484354" y="337566"/>
                  </a:cubicBezTo>
                  <a:cubicBezTo>
                    <a:pt x="12575794" y="337566"/>
                    <a:pt x="12645263" y="265049"/>
                    <a:pt x="12645263" y="176657"/>
                  </a:cubicBezTo>
                  <a:cubicBezTo>
                    <a:pt x="12645263" y="88265"/>
                    <a:pt x="12575794" y="15748"/>
                    <a:pt x="12484227" y="15748"/>
                  </a:cubicBezTo>
                  <a:close/>
                  <a:moveTo>
                    <a:pt x="12938379" y="15748"/>
                  </a:moveTo>
                  <a:cubicBezTo>
                    <a:pt x="12843764" y="15748"/>
                    <a:pt x="12777470" y="88265"/>
                    <a:pt x="12777470" y="176657"/>
                  </a:cubicBezTo>
                  <a:cubicBezTo>
                    <a:pt x="12777470" y="265049"/>
                    <a:pt x="12843764" y="337566"/>
                    <a:pt x="12938379" y="337566"/>
                  </a:cubicBezTo>
                  <a:cubicBezTo>
                    <a:pt x="13032994" y="337566"/>
                    <a:pt x="13099289" y="265049"/>
                    <a:pt x="13099289" y="176657"/>
                  </a:cubicBezTo>
                  <a:cubicBezTo>
                    <a:pt x="13099289" y="88265"/>
                    <a:pt x="13032994" y="15748"/>
                    <a:pt x="12938379" y="15748"/>
                  </a:cubicBezTo>
                  <a:close/>
                  <a:moveTo>
                    <a:pt x="2709418" y="766445"/>
                  </a:moveTo>
                  <a:cubicBezTo>
                    <a:pt x="2942844" y="766445"/>
                    <a:pt x="3062732" y="939927"/>
                    <a:pt x="3062732" y="1179703"/>
                  </a:cubicBezTo>
                  <a:cubicBezTo>
                    <a:pt x="3062732" y="1479296"/>
                    <a:pt x="2914523" y="1599184"/>
                    <a:pt x="2690495" y="1737995"/>
                  </a:cubicBezTo>
                  <a:cubicBezTo>
                    <a:pt x="2608453" y="1646555"/>
                    <a:pt x="2513838" y="1460373"/>
                    <a:pt x="2447671" y="1327912"/>
                  </a:cubicBezTo>
                  <a:cubicBezTo>
                    <a:pt x="2384552" y="1189101"/>
                    <a:pt x="2305685" y="1047115"/>
                    <a:pt x="2195322" y="914654"/>
                  </a:cubicBezTo>
                  <a:cubicBezTo>
                    <a:pt x="2359279" y="823214"/>
                    <a:pt x="2539111" y="766445"/>
                    <a:pt x="2709418" y="766445"/>
                  </a:cubicBezTo>
                  <a:close/>
                  <a:moveTo>
                    <a:pt x="14723745" y="766445"/>
                  </a:moveTo>
                  <a:cubicBezTo>
                    <a:pt x="14957171" y="766445"/>
                    <a:pt x="15077060" y="939927"/>
                    <a:pt x="15077060" y="1179703"/>
                  </a:cubicBezTo>
                  <a:cubicBezTo>
                    <a:pt x="15077060" y="1479296"/>
                    <a:pt x="14928850" y="1599184"/>
                    <a:pt x="14704822" y="1737995"/>
                  </a:cubicBezTo>
                  <a:cubicBezTo>
                    <a:pt x="14622780" y="1646555"/>
                    <a:pt x="14528164" y="1460373"/>
                    <a:pt x="14461998" y="1327912"/>
                  </a:cubicBezTo>
                  <a:cubicBezTo>
                    <a:pt x="14398879" y="1189101"/>
                    <a:pt x="14320013" y="1047115"/>
                    <a:pt x="14209649" y="914654"/>
                  </a:cubicBezTo>
                  <a:cubicBezTo>
                    <a:pt x="14373606" y="823214"/>
                    <a:pt x="14553439" y="766445"/>
                    <a:pt x="14723745" y="766445"/>
                  </a:cubicBezTo>
                  <a:close/>
                  <a:moveTo>
                    <a:pt x="646557" y="675005"/>
                  </a:moveTo>
                  <a:cubicBezTo>
                    <a:pt x="962025" y="675005"/>
                    <a:pt x="996696" y="974598"/>
                    <a:pt x="996696" y="1242822"/>
                  </a:cubicBezTo>
                  <a:cubicBezTo>
                    <a:pt x="996696" y="1409954"/>
                    <a:pt x="990346" y="1529842"/>
                    <a:pt x="962025" y="1624457"/>
                  </a:cubicBezTo>
                  <a:cubicBezTo>
                    <a:pt x="911606" y="1791589"/>
                    <a:pt x="775970" y="1908302"/>
                    <a:pt x="621411" y="1908302"/>
                  </a:cubicBezTo>
                  <a:cubicBezTo>
                    <a:pt x="488950" y="1908302"/>
                    <a:pt x="287020" y="1766316"/>
                    <a:pt x="287020" y="1302639"/>
                  </a:cubicBezTo>
                  <a:cubicBezTo>
                    <a:pt x="287020" y="977773"/>
                    <a:pt x="400558" y="675005"/>
                    <a:pt x="646557" y="675005"/>
                  </a:cubicBezTo>
                  <a:close/>
                  <a:moveTo>
                    <a:pt x="12660884" y="675005"/>
                  </a:moveTo>
                  <a:cubicBezTo>
                    <a:pt x="12976352" y="675005"/>
                    <a:pt x="13011023" y="974598"/>
                    <a:pt x="13011023" y="1242822"/>
                  </a:cubicBezTo>
                  <a:cubicBezTo>
                    <a:pt x="13011023" y="1409954"/>
                    <a:pt x="13004673" y="1529842"/>
                    <a:pt x="12976352" y="1624457"/>
                  </a:cubicBezTo>
                  <a:cubicBezTo>
                    <a:pt x="12925806" y="1791589"/>
                    <a:pt x="12790297" y="1908302"/>
                    <a:pt x="12635611" y="1908302"/>
                  </a:cubicBezTo>
                  <a:cubicBezTo>
                    <a:pt x="12503150" y="1908302"/>
                    <a:pt x="12301347" y="1766316"/>
                    <a:pt x="12301347" y="1302639"/>
                  </a:cubicBezTo>
                  <a:cubicBezTo>
                    <a:pt x="12301347" y="977773"/>
                    <a:pt x="12414885" y="675005"/>
                    <a:pt x="12660884" y="675005"/>
                  </a:cubicBezTo>
                  <a:close/>
                  <a:moveTo>
                    <a:pt x="11153267" y="0"/>
                  </a:moveTo>
                  <a:lnTo>
                    <a:pt x="10740009" y="78867"/>
                  </a:lnTo>
                  <a:cubicBezTo>
                    <a:pt x="10872470" y="123063"/>
                    <a:pt x="10875645" y="145161"/>
                    <a:pt x="10875645" y="217678"/>
                  </a:cubicBezTo>
                  <a:lnTo>
                    <a:pt x="10875645" y="2015617"/>
                  </a:lnTo>
                  <a:lnTo>
                    <a:pt x="11153140" y="2015617"/>
                  </a:lnTo>
                  <a:lnTo>
                    <a:pt x="11153140" y="0"/>
                  </a:lnTo>
                  <a:close/>
                  <a:moveTo>
                    <a:pt x="18369914" y="6350"/>
                  </a:moveTo>
                  <a:lnTo>
                    <a:pt x="17865217" y="28448"/>
                  </a:lnTo>
                  <a:lnTo>
                    <a:pt x="17865217" y="132588"/>
                  </a:lnTo>
                  <a:cubicBezTo>
                    <a:pt x="18045049" y="132588"/>
                    <a:pt x="18092293" y="160909"/>
                    <a:pt x="18092293" y="236601"/>
                  </a:cubicBezTo>
                  <a:lnTo>
                    <a:pt x="18092293" y="1621282"/>
                  </a:lnTo>
                  <a:cubicBezTo>
                    <a:pt x="18092293" y="1921002"/>
                    <a:pt x="18291048" y="2015617"/>
                    <a:pt x="18559145" y="2015617"/>
                  </a:cubicBezTo>
                  <a:lnTo>
                    <a:pt x="20483195" y="2015617"/>
                  </a:lnTo>
                  <a:lnTo>
                    <a:pt x="20555711" y="1898904"/>
                  </a:lnTo>
                  <a:lnTo>
                    <a:pt x="20438999" y="1898904"/>
                  </a:lnTo>
                  <a:cubicBezTo>
                    <a:pt x="20429474" y="1315339"/>
                    <a:pt x="20123531" y="700278"/>
                    <a:pt x="19622008" y="700278"/>
                  </a:cubicBezTo>
                  <a:cubicBezTo>
                    <a:pt x="19306539" y="700278"/>
                    <a:pt x="19158331" y="873760"/>
                    <a:pt x="19047968" y="1053592"/>
                  </a:cubicBezTo>
                  <a:cubicBezTo>
                    <a:pt x="19000597" y="1126109"/>
                    <a:pt x="18969101" y="1151382"/>
                    <a:pt x="18921857" y="1176528"/>
                  </a:cubicBezTo>
                  <a:lnTo>
                    <a:pt x="19051143" y="1413129"/>
                  </a:lnTo>
                  <a:cubicBezTo>
                    <a:pt x="19148933" y="1088263"/>
                    <a:pt x="19331812" y="810641"/>
                    <a:pt x="19612609" y="810641"/>
                  </a:cubicBezTo>
                  <a:cubicBezTo>
                    <a:pt x="19868133" y="810641"/>
                    <a:pt x="20117308" y="1186053"/>
                    <a:pt x="20126706" y="1898904"/>
                  </a:cubicBezTo>
                  <a:lnTo>
                    <a:pt x="18578195" y="1898904"/>
                  </a:lnTo>
                  <a:cubicBezTo>
                    <a:pt x="18445733" y="1889506"/>
                    <a:pt x="18370042" y="1801114"/>
                    <a:pt x="18370042" y="1633982"/>
                  </a:cubicBezTo>
                  <a:lnTo>
                    <a:pt x="18370042" y="6350"/>
                  </a:lnTo>
                  <a:close/>
                  <a:moveTo>
                    <a:pt x="4737608" y="930529"/>
                  </a:moveTo>
                  <a:cubicBezTo>
                    <a:pt x="4967859" y="939927"/>
                    <a:pt x="5078222" y="1220724"/>
                    <a:pt x="5078222" y="1520317"/>
                  </a:cubicBezTo>
                  <a:cubicBezTo>
                    <a:pt x="5078222" y="1807337"/>
                    <a:pt x="4907915" y="2040763"/>
                    <a:pt x="4709160" y="2040763"/>
                  </a:cubicBezTo>
                  <a:cubicBezTo>
                    <a:pt x="4513580" y="2040763"/>
                    <a:pt x="4371721" y="1879854"/>
                    <a:pt x="4289679" y="1779016"/>
                  </a:cubicBezTo>
                  <a:lnTo>
                    <a:pt x="4280154" y="1763268"/>
                  </a:lnTo>
                  <a:lnTo>
                    <a:pt x="4273804" y="1760093"/>
                  </a:lnTo>
                  <a:cubicBezTo>
                    <a:pt x="4333748" y="1646555"/>
                    <a:pt x="4362069" y="1529842"/>
                    <a:pt x="4390517" y="1422654"/>
                  </a:cubicBezTo>
                  <a:lnTo>
                    <a:pt x="4396867" y="1403731"/>
                  </a:lnTo>
                  <a:cubicBezTo>
                    <a:pt x="4459986" y="1157732"/>
                    <a:pt x="4522978" y="930656"/>
                    <a:pt x="4724908" y="930656"/>
                  </a:cubicBezTo>
                  <a:close/>
                  <a:moveTo>
                    <a:pt x="8841105" y="930656"/>
                  </a:moveTo>
                  <a:cubicBezTo>
                    <a:pt x="9071356" y="940054"/>
                    <a:pt x="9181719" y="1220851"/>
                    <a:pt x="9181719" y="1520444"/>
                  </a:cubicBezTo>
                  <a:cubicBezTo>
                    <a:pt x="9181719" y="1807464"/>
                    <a:pt x="9011412" y="2040890"/>
                    <a:pt x="8812657" y="2040890"/>
                  </a:cubicBezTo>
                  <a:cubicBezTo>
                    <a:pt x="8613902" y="2040890"/>
                    <a:pt x="8475218" y="1879981"/>
                    <a:pt x="8393176" y="1779143"/>
                  </a:cubicBezTo>
                  <a:lnTo>
                    <a:pt x="8380603" y="1763395"/>
                  </a:lnTo>
                  <a:lnTo>
                    <a:pt x="8377428" y="1760220"/>
                  </a:lnTo>
                  <a:cubicBezTo>
                    <a:pt x="8437372" y="1646682"/>
                    <a:pt x="8465693" y="1529969"/>
                    <a:pt x="8494141" y="1422781"/>
                  </a:cubicBezTo>
                  <a:lnTo>
                    <a:pt x="8497316" y="1403858"/>
                  </a:lnTo>
                  <a:cubicBezTo>
                    <a:pt x="8563610" y="1157859"/>
                    <a:pt x="8626602" y="930783"/>
                    <a:pt x="8828532" y="930783"/>
                  </a:cubicBezTo>
                  <a:close/>
                  <a:moveTo>
                    <a:pt x="16922114" y="930783"/>
                  </a:moveTo>
                  <a:cubicBezTo>
                    <a:pt x="17149190" y="940181"/>
                    <a:pt x="17262729" y="1220978"/>
                    <a:pt x="17262729" y="1520571"/>
                  </a:cubicBezTo>
                  <a:cubicBezTo>
                    <a:pt x="17262729" y="1807591"/>
                    <a:pt x="17092422" y="2041017"/>
                    <a:pt x="16893667" y="2041017"/>
                  </a:cubicBezTo>
                  <a:cubicBezTo>
                    <a:pt x="16698086" y="2041017"/>
                    <a:pt x="16568801" y="1892808"/>
                    <a:pt x="16486758" y="1798066"/>
                  </a:cubicBezTo>
                  <a:lnTo>
                    <a:pt x="16458310" y="1760220"/>
                  </a:lnTo>
                  <a:cubicBezTo>
                    <a:pt x="16521430" y="1640332"/>
                    <a:pt x="16546576" y="1517396"/>
                    <a:pt x="16581374" y="1403858"/>
                  </a:cubicBezTo>
                  <a:cubicBezTo>
                    <a:pt x="16644493" y="1157859"/>
                    <a:pt x="16707611" y="930783"/>
                    <a:pt x="16909414" y="930783"/>
                  </a:cubicBezTo>
                  <a:close/>
                  <a:moveTo>
                    <a:pt x="10456164" y="0"/>
                  </a:moveTo>
                  <a:lnTo>
                    <a:pt x="10036683" y="78867"/>
                  </a:lnTo>
                  <a:cubicBezTo>
                    <a:pt x="10175494" y="123063"/>
                    <a:pt x="10178669" y="145161"/>
                    <a:pt x="10178669" y="217678"/>
                  </a:cubicBezTo>
                  <a:lnTo>
                    <a:pt x="10178669" y="1596009"/>
                  </a:lnTo>
                  <a:cubicBezTo>
                    <a:pt x="10178669" y="1782064"/>
                    <a:pt x="10106151" y="1898777"/>
                    <a:pt x="9926320" y="1898777"/>
                  </a:cubicBezTo>
                  <a:lnTo>
                    <a:pt x="9781159" y="1898777"/>
                  </a:lnTo>
                  <a:cubicBezTo>
                    <a:pt x="9639173" y="1898777"/>
                    <a:pt x="9528810" y="1766316"/>
                    <a:pt x="9475215" y="1618107"/>
                  </a:cubicBezTo>
                  <a:cubicBezTo>
                    <a:pt x="9481565" y="1583436"/>
                    <a:pt x="9484740" y="1545590"/>
                    <a:pt x="9484740" y="1504569"/>
                  </a:cubicBezTo>
                  <a:cubicBezTo>
                    <a:pt x="9484740" y="1214374"/>
                    <a:pt x="9279763" y="829564"/>
                    <a:pt x="8898128" y="829564"/>
                  </a:cubicBezTo>
                  <a:cubicBezTo>
                    <a:pt x="8434451" y="829564"/>
                    <a:pt x="8355584" y="1119759"/>
                    <a:pt x="8276717" y="1413129"/>
                  </a:cubicBezTo>
                  <a:cubicBezTo>
                    <a:pt x="8238871" y="1570863"/>
                    <a:pt x="8188452" y="1760093"/>
                    <a:pt x="8093837" y="1851533"/>
                  </a:cubicBezTo>
                  <a:cubicBezTo>
                    <a:pt x="8055990" y="1883156"/>
                    <a:pt x="8002397" y="1892554"/>
                    <a:pt x="7973949" y="1898904"/>
                  </a:cubicBezTo>
                  <a:lnTo>
                    <a:pt x="7500620" y="1898904"/>
                  </a:lnTo>
                  <a:cubicBezTo>
                    <a:pt x="7491222" y="1315339"/>
                    <a:pt x="7185151" y="700278"/>
                    <a:pt x="6683628" y="700278"/>
                  </a:cubicBezTo>
                  <a:cubicBezTo>
                    <a:pt x="6368161" y="700278"/>
                    <a:pt x="6219952" y="873760"/>
                    <a:pt x="6109589" y="1053592"/>
                  </a:cubicBezTo>
                  <a:cubicBezTo>
                    <a:pt x="6062218" y="1126109"/>
                    <a:pt x="6030722" y="1151382"/>
                    <a:pt x="5983478" y="1176528"/>
                  </a:cubicBezTo>
                  <a:lnTo>
                    <a:pt x="6112764" y="1413129"/>
                  </a:lnTo>
                  <a:cubicBezTo>
                    <a:pt x="6210553" y="1088263"/>
                    <a:pt x="6393434" y="810641"/>
                    <a:pt x="6674231" y="810641"/>
                  </a:cubicBezTo>
                  <a:cubicBezTo>
                    <a:pt x="6929755" y="810641"/>
                    <a:pt x="7178928" y="1186053"/>
                    <a:pt x="7188326" y="1898904"/>
                  </a:cubicBezTo>
                  <a:lnTo>
                    <a:pt x="5664962" y="1898904"/>
                  </a:lnTo>
                  <a:cubicBezTo>
                    <a:pt x="5522976" y="1898904"/>
                    <a:pt x="5412613" y="1766443"/>
                    <a:pt x="5359019" y="1618234"/>
                  </a:cubicBezTo>
                  <a:cubicBezTo>
                    <a:pt x="5365369" y="1583563"/>
                    <a:pt x="5368417" y="1545717"/>
                    <a:pt x="5368417" y="1504696"/>
                  </a:cubicBezTo>
                  <a:cubicBezTo>
                    <a:pt x="5368417" y="1214501"/>
                    <a:pt x="5163439" y="829691"/>
                    <a:pt x="4781804" y="829691"/>
                  </a:cubicBezTo>
                  <a:cubicBezTo>
                    <a:pt x="4318127" y="829691"/>
                    <a:pt x="4239260" y="1119886"/>
                    <a:pt x="4163568" y="1413256"/>
                  </a:cubicBezTo>
                  <a:cubicBezTo>
                    <a:pt x="4122547" y="1570990"/>
                    <a:pt x="4072128" y="1760220"/>
                    <a:pt x="3977513" y="1851660"/>
                  </a:cubicBezTo>
                  <a:cubicBezTo>
                    <a:pt x="3939667" y="1883283"/>
                    <a:pt x="3886073" y="1892681"/>
                    <a:pt x="3857625" y="1899031"/>
                  </a:cubicBezTo>
                  <a:lnTo>
                    <a:pt x="2971292" y="1899031"/>
                  </a:lnTo>
                  <a:cubicBezTo>
                    <a:pt x="2870327" y="1899031"/>
                    <a:pt x="2826131" y="1880108"/>
                    <a:pt x="2785237" y="1845437"/>
                  </a:cubicBezTo>
                  <a:cubicBezTo>
                    <a:pt x="3059684" y="1697228"/>
                    <a:pt x="3375152" y="1501648"/>
                    <a:pt x="3375152" y="1192530"/>
                  </a:cubicBezTo>
                  <a:cubicBezTo>
                    <a:pt x="3375152" y="839216"/>
                    <a:pt x="3094355" y="634238"/>
                    <a:pt x="2706497" y="634238"/>
                  </a:cubicBezTo>
                  <a:cubicBezTo>
                    <a:pt x="2488819" y="634238"/>
                    <a:pt x="2236470" y="725678"/>
                    <a:pt x="1990471" y="870839"/>
                  </a:cubicBezTo>
                  <a:cubicBezTo>
                    <a:pt x="1968373" y="883412"/>
                    <a:pt x="1958975" y="892937"/>
                    <a:pt x="1949450" y="899160"/>
                  </a:cubicBezTo>
                  <a:cubicBezTo>
                    <a:pt x="1958975" y="908685"/>
                    <a:pt x="1990471" y="952754"/>
                    <a:pt x="2015744" y="987425"/>
                  </a:cubicBezTo>
                  <a:cubicBezTo>
                    <a:pt x="2066163" y="1053719"/>
                    <a:pt x="2176653" y="1195578"/>
                    <a:pt x="2230247" y="1296543"/>
                  </a:cubicBezTo>
                  <a:cubicBezTo>
                    <a:pt x="2397379" y="1633982"/>
                    <a:pt x="2457323" y="1728597"/>
                    <a:pt x="2548763" y="1832737"/>
                  </a:cubicBezTo>
                  <a:cubicBezTo>
                    <a:pt x="2466721" y="1883156"/>
                    <a:pt x="2271268" y="1898904"/>
                    <a:pt x="2242820" y="1898904"/>
                  </a:cubicBezTo>
                  <a:lnTo>
                    <a:pt x="1428877" y="1898904"/>
                  </a:lnTo>
                  <a:cubicBezTo>
                    <a:pt x="1280668" y="1886331"/>
                    <a:pt x="1264920" y="1731772"/>
                    <a:pt x="1264920" y="1646555"/>
                  </a:cubicBezTo>
                  <a:lnTo>
                    <a:pt x="1264920" y="829564"/>
                  </a:lnTo>
                  <a:cubicBezTo>
                    <a:pt x="1264920" y="763270"/>
                    <a:pt x="1268095" y="681355"/>
                    <a:pt x="1287018" y="599313"/>
                  </a:cubicBezTo>
                  <a:lnTo>
                    <a:pt x="1129157" y="599313"/>
                  </a:lnTo>
                  <a:cubicBezTo>
                    <a:pt x="1107059" y="621411"/>
                    <a:pt x="1113409" y="633984"/>
                    <a:pt x="1107059" y="646684"/>
                  </a:cubicBezTo>
                  <a:cubicBezTo>
                    <a:pt x="1094486" y="684530"/>
                    <a:pt x="1078738" y="725551"/>
                    <a:pt x="1072388" y="725551"/>
                  </a:cubicBezTo>
                  <a:cubicBezTo>
                    <a:pt x="1072388" y="725551"/>
                    <a:pt x="1053465" y="712978"/>
                    <a:pt x="1018794" y="690880"/>
                  </a:cubicBezTo>
                  <a:cubicBezTo>
                    <a:pt x="946277" y="643509"/>
                    <a:pt x="826389" y="564769"/>
                    <a:pt x="646557" y="564769"/>
                  </a:cubicBezTo>
                  <a:cubicBezTo>
                    <a:pt x="249174" y="564642"/>
                    <a:pt x="0" y="921004"/>
                    <a:pt x="0" y="1283843"/>
                  </a:cubicBezTo>
                  <a:cubicBezTo>
                    <a:pt x="0" y="1675003"/>
                    <a:pt x="249174" y="2015617"/>
                    <a:pt x="580390" y="2015617"/>
                  </a:cubicBezTo>
                  <a:cubicBezTo>
                    <a:pt x="848487" y="2015617"/>
                    <a:pt x="990473" y="1823212"/>
                    <a:pt x="1037717" y="1687576"/>
                  </a:cubicBezTo>
                  <a:cubicBezTo>
                    <a:pt x="1037717" y="1974596"/>
                    <a:pt x="1214374" y="2012442"/>
                    <a:pt x="1428877" y="2015617"/>
                  </a:cubicBezTo>
                  <a:lnTo>
                    <a:pt x="2318258" y="2015617"/>
                  </a:lnTo>
                  <a:cubicBezTo>
                    <a:pt x="2482215" y="2015617"/>
                    <a:pt x="2561209" y="1984121"/>
                    <a:pt x="2655824" y="1933575"/>
                  </a:cubicBezTo>
                  <a:lnTo>
                    <a:pt x="2658999" y="1936750"/>
                  </a:lnTo>
                  <a:cubicBezTo>
                    <a:pt x="2706370" y="1968246"/>
                    <a:pt x="2782062" y="2015617"/>
                    <a:pt x="3015488" y="2015617"/>
                  </a:cubicBezTo>
                  <a:lnTo>
                    <a:pt x="3854450" y="2015617"/>
                  </a:lnTo>
                  <a:cubicBezTo>
                    <a:pt x="4021582" y="2015617"/>
                    <a:pt x="4113149" y="1962023"/>
                    <a:pt x="4185666" y="1883156"/>
                  </a:cubicBezTo>
                  <a:cubicBezTo>
                    <a:pt x="4280281" y="2003044"/>
                    <a:pt x="4412742" y="2151253"/>
                    <a:pt x="4699762" y="2151253"/>
                  </a:cubicBezTo>
                  <a:cubicBezTo>
                    <a:pt x="5005705" y="2151253"/>
                    <a:pt x="5201285" y="1996694"/>
                    <a:pt x="5292725" y="1804289"/>
                  </a:cubicBezTo>
                  <a:cubicBezTo>
                    <a:pt x="5400040" y="1943100"/>
                    <a:pt x="5519801" y="2015617"/>
                    <a:pt x="5727954" y="2015617"/>
                  </a:cubicBezTo>
                  <a:lnTo>
                    <a:pt x="7970647" y="2015617"/>
                  </a:lnTo>
                  <a:cubicBezTo>
                    <a:pt x="8137778" y="2015617"/>
                    <a:pt x="8229346" y="1962023"/>
                    <a:pt x="8301863" y="1883156"/>
                  </a:cubicBezTo>
                  <a:cubicBezTo>
                    <a:pt x="8393303" y="2003044"/>
                    <a:pt x="8528939" y="2151253"/>
                    <a:pt x="8815959" y="2151253"/>
                  </a:cubicBezTo>
                  <a:cubicBezTo>
                    <a:pt x="9121902" y="2151253"/>
                    <a:pt x="9317482" y="1996694"/>
                    <a:pt x="9408922" y="1804289"/>
                  </a:cubicBezTo>
                  <a:cubicBezTo>
                    <a:pt x="9516110" y="1943100"/>
                    <a:pt x="9635998" y="2015617"/>
                    <a:pt x="9844151" y="2015617"/>
                  </a:cubicBezTo>
                  <a:lnTo>
                    <a:pt x="9992360" y="2015617"/>
                  </a:lnTo>
                  <a:cubicBezTo>
                    <a:pt x="10260457" y="2015617"/>
                    <a:pt x="10456037" y="1870456"/>
                    <a:pt x="10456037" y="1605534"/>
                  </a:cubicBezTo>
                  <a:lnTo>
                    <a:pt x="10456037" y="0"/>
                  </a:lnTo>
                  <a:close/>
                  <a:moveTo>
                    <a:pt x="12660757" y="564642"/>
                  </a:moveTo>
                  <a:cubicBezTo>
                    <a:pt x="12263247" y="564642"/>
                    <a:pt x="12014200" y="921131"/>
                    <a:pt x="12014200" y="1283843"/>
                  </a:cubicBezTo>
                  <a:cubicBezTo>
                    <a:pt x="12014200" y="1675003"/>
                    <a:pt x="12263374" y="2015617"/>
                    <a:pt x="12594590" y="2015617"/>
                  </a:cubicBezTo>
                  <a:cubicBezTo>
                    <a:pt x="12862687" y="2015617"/>
                    <a:pt x="13004673" y="1823212"/>
                    <a:pt x="13051917" y="1687576"/>
                  </a:cubicBezTo>
                  <a:cubicBezTo>
                    <a:pt x="13051917" y="1974596"/>
                    <a:pt x="13228574" y="2012442"/>
                    <a:pt x="13443077" y="2015617"/>
                  </a:cubicBezTo>
                  <a:lnTo>
                    <a:pt x="14332458" y="2015617"/>
                  </a:lnTo>
                  <a:cubicBezTo>
                    <a:pt x="14496542" y="2015617"/>
                    <a:pt x="14575410" y="1984121"/>
                    <a:pt x="14670024" y="1933575"/>
                  </a:cubicBezTo>
                  <a:lnTo>
                    <a:pt x="14673199" y="1936750"/>
                  </a:lnTo>
                  <a:cubicBezTo>
                    <a:pt x="14720570" y="1968246"/>
                    <a:pt x="14796261" y="2015617"/>
                    <a:pt x="15029560" y="2015617"/>
                  </a:cubicBezTo>
                  <a:lnTo>
                    <a:pt x="16035782" y="2015617"/>
                  </a:lnTo>
                  <a:cubicBezTo>
                    <a:pt x="16199738" y="2015617"/>
                    <a:pt x="16313404" y="1962023"/>
                    <a:pt x="16389096" y="1883156"/>
                  </a:cubicBezTo>
                  <a:cubicBezTo>
                    <a:pt x="16490060" y="1999869"/>
                    <a:pt x="16619347" y="2151253"/>
                    <a:pt x="16909542" y="2151253"/>
                  </a:cubicBezTo>
                  <a:cubicBezTo>
                    <a:pt x="17357471" y="2151253"/>
                    <a:pt x="17578197" y="1810639"/>
                    <a:pt x="17578197" y="1504696"/>
                  </a:cubicBezTo>
                  <a:cubicBezTo>
                    <a:pt x="17578197" y="1214501"/>
                    <a:pt x="17373219" y="829691"/>
                    <a:pt x="16988410" y="829691"/>
                  </a:cubicBezTo>
                  <a:cubicBezTo>
                    <a:pt x="16537305" y="832866"/>
                    <a:pt x="16436467" y="1123061"/>
                    <a:pt x="16366998" y="1387983"/>
                  </a:cubicBezTo>
                  <a:cubicBezTo>
                    <a:pt x="16294481" y="1646682"/>
                    <a:pt x="16221963" y="1898904"/>
                    <a:pt x="15859125" y="1898904"/>
                  </a:cubicBezTo>
                  <a:lnTo>
                    <a:pt x="14985364" y="1898904"/>
                  </a:lnTo>
                  <a:cubicBezTo>
                    <a:pt x="14884400" y="1898904"/>
                    <a:pt x="14840331" y="1879981"/>
                    <a:pt x="14799311" y="1845310"/>
                  </a:cubicBezTo>
                  <a:cubicBezTo>
                    <a:pt x="15073757" y="1697101"/>
                    <a:pt x="15389098" y="1501521"/>
                    <a:pt x="15389098" y="1192403"/>
                  </a:cubicBezTo>
                  <a:cubicBezTo>
                    <a:pt x="15389098" y="839089"/>
                    <a:pt x="15108301" y="634111"/>
                    <a:pt x="14720443" y="634111"/>
                  </a:cubicBezTo>
                  <a:cubicBezTo>
                    <a:pt x="14502764" y="634111"/>
                    <a:pt x="14250415" y="725551"/>
                    <a:pt x="14004417" y="870712"/>
                  </a:cubicBezTo>
                  <a:cubicBezTo>
                    <a:pt x="13982319" y="883285"/>
                    <a:pt x="13972921" y="892810"/>
                    <a:pt x="13963396" y="899033"/>
                  </a:cubicBezTo>
                  <a:cubicBezTo>
                    <a:pt x="13972921" y="908558"/>
                    <a:pt x="14004417" y="952627"/>
                    <a:pt x="14029562" y="987298"/>
                  </a:cubicBezTo>
                  <a:cubicBezTo>
                    <a:pt x="14080110" y="1053592"/>
                    <a:pt x="14190472" y="1195451"/>
                    <a:pt x="14244065" y="1296416"/>
                  </a:cubicBezTo>
                  <a:cubicBezTo>
                    <a:pt x="14411198" y="1633855"/>
                    <a:pt x="14471142" y="1728470"/>
                    <a:pt x="14562710" y="1832610"/>
                  </a:cubicBezTo>
                  <a:cubicBezTo>
                    <a:pt x="14480667" y="1883029"/>
                    <a:pt x="14285086" y="1898777"/>
                    <a:pt x="14256765" y="1898777"/>
                  </a:cubicBezTo>
                  <a:lnTo>
                    <a:pt x="13443077" y="1898777"/>
                  </a:lnTo>
                  <a:cubicBezTo>
                    <a:pt x="13294868" y="1886204"/>
                    <a:pt x="13279120" y="1731645"/>
                    <a:pt x="13279120" y="1646428"/>
                  </a:cubicBezTo>
                  <a:lnTo>
                    <a:pt x="13279120" y="829564"/>
                  </a:lnTo>
                  <a:cubicBezTo>
                    <a:pt x="13279120" y="763270"/>
                    <a:pt x="13282295" y="681355"/>
                    <a:pt x="13301218" y="599313"/>
                  </a:cubicBezTo>
                  <a:lnTo>
                    <a:pt x="13143485" y="599313"/>
                  </a:lnTo>
                  <a:cubicBezTo>
                    <a:pt x="13121385" y="621411"/>
                    <a:pt x="13127735" y="633984"/>
                    <a:pt x="13121385" y="646684"/>
                  </a:cubicBezTo>
                  <a:cubicBezTo>
                    <a:pt x="13108812" y="684530"/>
                    <a:pt x="13092937" y="725551"/>
                    <a:pt x="13086714" y="725551"/>
                  </a:cubicBezTo>
                  <a:cubicBezTo>
                    <a:pt x="13086714" y="725551"/>
                    <a:pt x="13067792" y="712978"/>
                    <a:pt x="13033121" y="690880"/>
                  </a:cubicBezTo>
                  <a:cubicBezTo>
                    <a:pt x="12960604" y="643509"/>
                    <a:pt x="12840716" y="564769"/>
                    <a:pt x="12661011" y="564769"/>
                  </a:cubicBezTo>
                  <a:close/>
                  <a:moveTo>
                    <a:pt x="19593940" y="2296414"/>
                  </a:moveTo>
                  <a:cubicBezTo>
                    <a:pt x="19505676" y="2296414"/>
                    <a:pt x="19429985" y="2365883"/>
                    <a:pt x="19429985" y="2460498"/>
                  </a:cubicBezTo>
                  <a:cubicBezTo>
                    <a:pt x="19429985" y="2551938"/>
                    <a:pt x="19505676" y="2621407"/>
                    <a:pt x="19593940" y="2621407"/>
                  </a:cubicBezTo>
                  <a:cubicBezTo>
                    <a:pt x="19682206" y="2621407"/>
                    <a:pt x="19758025" y="2552065"/>
                    <a:pt x="19758025" y="2460498"/>
                  </a:cubicBezTo>
                  <a:cubicBezTo>
                    <a:pt x="19758025" y="2365883"/>
                    <a:pt x="19682333" y="2296414"/>
                    <a:pt x="19593940" y="2296414"/>
                  </a:cubicBezTo>
                  <a:close/>
                  <a:moveTo>
                    <a:pt x="6693281" y="2302764"/>
                  </a:moveTo>
                  <a:cubicBezTo>
                    <a:pt x="6605016" y="2302764"/>
                    <a:pt x="6529324" y="2372106"/>
                    <a:pt x="6529324" y="2463673"/>
                  </a:cubicBezTo>
                  <a:cubicBezTo>
                    <a:pt x="6529324" y="2558288"/>
                    <a:pt x="6605016" y="2627757"/>
                    <a:pt x="6693281" y="2627757"/>
                  </a:cubicBezTo>
                  <a:cubicBezTo>
                    <a:pt x="6781547" y="2627757"/>
                    <a:pt x="6857238" y="2558288"/>
                    <a:pt x="6857238" y="2463673"/>
                  </a:cubicBezTo>
                  <a:cubicBezTo>
                    <a:pt x="6857238" y="2372233"/>
                    <a:pt x="6781547" y="2302764"/>
                    <a:pt x="6693281" y="2302764"/>
                  </a:cubicBezTo>
                  <a:close/>
                </a:path>
              </a:pathLst>
            </a:custGeom>
            <a:blipFill>
              <a:blip r:embed="rId4"/>
              <a:stretch>
                <a:fillRect l="-3466" t="-344554" r="-1726" b="-137340"/>
              </a:stretch>
            </a:blipFill>
          </p:spPr>
          <p:txBody>
            <a:bodyPr/>
            <a:lstStyle/>
            <a:p>
              <a:endParaRPr lang="en-US" dirty="0"/>
            </a:p>
          </p:txBody>
        </p:sp>
      </p:grpSp>
      <p:sp>
        <p:nvSpPr>
          <p:cNvPr id="18" name="Freeform 14">
            <a:extLst>
              <a:ext uri="{FF2B5EF4-FFF2-40B4-BE49-F238E27FC236}">
                <a16:creationId xmlns:a16="http://schemas.microsoft.com/office/drawing/2014/main" id="{D1689B76-729A-2D37-9582-6CF7625E392E}"/>
              </a:ext>
            </a:extLst>
          </p:cNvPr>
          <p:cNvSpPr/>
          <p:nvPr/>
        </p:nvSpPr>
        <p:spPr>
          <a:xfrm>
            <a:off x="4347720" y="115927"/>
            <a:ext cx="767198" cy="593624"/>
          </a:xfrm>
          <a:custGeom>
            <a:avLst/>
            <a:gdLst/>
            <a:ahLst/>
            <a:cxnLst/>
            <a:rect l="l" t="t" r="r" b="b"/>
            <a:pathLst>
              <a:path w="1507747" h="1323744">
                <a:moveTo>
                  <a:pt x="0" y="0"/>
                </a:moveTo>
                <a:lnTo>
                  <a:pt x="1507747" y="0"/>
                </a:lnTo>
                <a:lnTo>
                  <a:pt x="1507747" y="1323744"/>
                </a:lnTo>
                <a:lnTo>
                  <a:pt x="0" y="13237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19" name="TextBox 18">
            <a:extLst>
              <a:ext uri="{FF2B5EF4-FFF2-40B4-BE49-F238E27FC236}">
                <a16:creationId xmlns:a16="http://schemas.microsoft.com/office/drawing/2014/main" id="{46077038-FBA0-EC44-DB69-71274B5C2EB5}"/>
              </a:ext>
            </a:extLst>
          </p:cNvPr>
          <p:cNvSpPr txBox="1"/>
          <p:nvPr/>
        </p:nvSpPr>
        <p:spPr>
          <a:xfrm>
            <a:off x="110477" y="218294"/>
            <a:ext cx="2333729" cy="1047168"/>
          </a:xfrm>
          <a:prstGeom prst="rect">
            <a:avLst/>
          </a:prstGeom>
          <a:noFill/>
        </p:spPr>
        <p:txBody>
          <a:bodyPr wrap="square">
            <a:spAutoFit/>
          </a:bodyPr>
          <a:lstStyle/>
          <a:p>
            <a:r>
              <a:rPr lang="en-US" dirty="0">
                <a:solidFill>
                  <a:srgbClr val="000000"/>
                </a:solidFill>
                <a:latin typeface="Traditional Arabic" panose="02020603050405020304" pitchFamily="18" charset="-78"/>
                <a:ea typeface="Raleway"/>
                <a:cs typeface="Traditional Arabic" panose="02020603050405020304" pitchFamily="18" charset="-78"/>
                <a:sym typeface="Raleway"/>
              </a:rPr>
              <a:t> </a:t>
            </a:r>
            <a:r>
              <a:rPr lang="en-US" sz="1200" dirty="0">
                <a:solidFill>
                  <a:srgbClr val="000000"/>
                </a:solidFill>
                <a:latin typeface="Traditional Arabic" panose="02020603050405020304" pitchFamily="18" charset="-78"/>
                <a:ea typeface="Raleway"/>
                <a:cs typeface="Traditional Arabic" panose="02020603050405020304" pitchFamily="18" charset="-78"/>
                <a:sym typeface="Raleway"/>
              </a:rPr>
              <a:t>Kingdom of Saudi Arabia </a:t>
            </a:r>
          </a:p>
          <a:p>
            <a:r>
              <a:rPr lang="ar-SA" sz="1200" dirty="0">
                <a:solidFill>
                  <a:srgbClr val="000000"/>
                </a:solidFill>
                <a:latin typeface="Traditional Arabic" panose="02020603050405020304" pitchFamily="18" charset="-78"/>
                <a:ea typeface="Raleway"/>
                <a:cs typeface="Traditional Arabic" panose="02020603050405020304" pitchFamily="18" charset="-78"/>
                <a:sym typeface="Raleway"/>
              </a:rPr>
              <a:t> </a:t>
            </a:r>
            <a:r>
              <a:rPr lang="en-US" sz="1200" dirty="0">
                <a:solidFill>
                  <a:srgbClr val="000000"/>
                </a:solidFill>
                <a:latin typeface="Traditional Arabic" panose="02020603050405020304" pitchFamily="18" charset="-78"/>
                <a:ea typeface="Raleway"/>
                <a:cs typeface="Traditional Arabic" panose="02020603050405020304" pitchFamily="18" charset="-78"/>
                <a:sym typeface="Raleway"/>
              </a:rPr>
              <a:t>Ministry of Education</a:t>
            </a:r>
          </a:p>
          <a:p>
            <a:r>
              <a:rPr lang="en-US" sz="1200" dirty="0">
                <a:solidFill>
                  <a:srgbClr val="000000"/>
                </a:solidFill>
                <a:latin typeface="Traditional Arabic" panose="02020603050405020304" pitchFamily="18" charset="-78"/>
                <a:ea typeface="Raleway"/>
                <a:cs typeface="Traditional Arabic" panose="02020603050405020304" pitchFamily="18" charset="-78"/>
                <a:sym typeface="Raleway"/>
              </a:rPr>
              <a:t> Majmaah university</a:t>
            </a:r>
          </a:p>
          <a:p>
            <a:r>
              <a:rPr lang="en-US" sz="1200" dirty="0">
                <a:solidFill>
                  <a:srgbClr val="000000"/>
                </a:solidFill>
                <a:latin typeface="Traditional Arabic" panose="02020603050405020304" pitchFamily="18" charset="-78"/>
                <a:ea typeface="Raleway"/>
                <a:cs typeface="Traditional Arabic" panose="02020603050405020304" pitchFamily="18" charset="-78"/>
                <a:sym typeface="Raleway"/>
              </a:rPr>
              <a:t> </a:t>
            </a:r>
            <a:r>
              <a:rPr lang="he-IL" sz="1200" dirty="0">
                <a:solidFill>
                  <a:srgbClr val="000000"/>
                </a:solidFill>
                <a:latin typeface="Traditional Arabic" panose="02020603050405020304" pitchFamily="18" charset="-78"/>
                <a:ea typeface="Raleway"/>
                <a:cs typeface="Raleway"/>
                <a:sym typeface="Raleway"/>
                <a:rtl/>
              </a:rPr>
              <a:t>‏</a:t>
            </a:r>
            <a:r>
              <a:rPr lang="en-US" sz="1200" dirty="0">
                <a:solidFill>
                  <a:srgbClr val="000000"/>
                </a:solidFill>
                <a:latin typeface="Traditional Arabic" panose="02020603050405020304" pitchFamily="18" charset="-78"/>
                <a:ea typeface="Raleway"/>
                <a:cs typeface="Traditional Arabic" panose="02020603050405020304" pitchFamily="18" charset="-78"/>
                <a:sym typeface="Raleway"/>
              </a:rPr>
              <a:t>College of science Al Zulfi</a:t>
            </a:r>
          </a:p>
          <a:p>
            <a:r>
              <a:rPr lang="en-US" sz="1200" dirty="0">
                <a:solidFill>
                  <a:srgbClr val="000000"/>
                </a:solidFill>
                <a:latin typeface="Traditional Arabic" panose="02020603050405020304" pitchFamily="18" charset="-78"/>
                <a:ea typeface="Raleway"/>
                <a:cs typeface="Traditional Arabic" panose="02020603050405020304" pitchFamily="18" charset="-78"/>
                <a:sym typeface="Raleway"/>
              </a:rPr>
              <a:t> Dept. Computer &amp; information </a:t>
            </a:r>
          </a:p>
        </p:txBody>
      </p:sp>
      <p:sp>
        <p:nvSpPr>
          <p:cNvPr id="20" name="TextBox 19">
            <a:extLst>
              <a:ext uri="{FF2B5EF4-FFF2-40B4-BE49-F238E27FC236}">
                <a16:creationId xmlns:a16="http://schemas.microsoft.com/office/drawing/2014/main" id="{20AE9E03-0635-637A-53C0-69E32CA9052E}"/>
              </a:ext>
            </a:extLst>
          </p:cNvPr>
          <p:cNvSpPr txBox="1"/>
          <p:nvPr/>
        </p:nvSpPr>
        <p:spPr>
          <a:xfrm>
            <a:off x="6949828" y="219115"/>
            <a:ext cx="2013035" cy="1384995"/>
          </a:xfrm>
          <a:prstGeom prst="rect">
            <a:avLst/>
          </a:prstGeom>
          <a:noFill/>
        </p:spPr>
        <p:txBody>
          <a:bodyPr wrap="square" rtlCol="0">
            <a:spAutoFit/>
          </a:bodyPr>
          <a:lstStyle/>
          <a:p>
            <a:pPr algn="r" rtl="1"/>
            <a:r>
              <a:rPr lang="ar-SA" b="1" dirty="0">
                <a:effectLst/>
                <a:latin typeface="Traditional Arabic" panose="02020603050405020304" pitchFamily="18" charset="-78"/>
                <a:cs typeface="Traditional Arabic" panose="02020603050405020304" pitchFamily="18" charset="-78"/>
              </a:rPr>
              <a:t>المملكة العربية السعودية</a:t>
            </a:r>
            <a:endParaRPr lang="ar-SA" b="1" dirty="0">
              <a:latin typeface="Traditional Arabic" panose="02020603050405020304" pitchFamily="18" charset="-78"/>
              <a:cs typeface="Traditional Arabic" panose="02020603050405020304" pitchFamily="18" charset="-78"/>
            </a:endParaRPr>
          </a:p>
          <a:p>
            <a:pPr algn="r" rtl="1"/>
            <a:r>
              <a:rPr lang="ar-SA" b="1" dirty="0">
                <a:effectLst/>
                <a:latin typeface="Traditional Arabic" panose="02020603050405020304" pitchFamily="18" charset="-78"/>
                <a:cs typeface="Traditional Arabic" panose="02020603050405020304" pitchFamily="18" charset="-78"/>
              </a:rPr>
              <a:t>وزارة التعليم</a:t>
            </a:r>
            <a:endParaRPr lang="ar-SA" b="1" dirty="0">
              <a:latin typeface="Traditional Arabic" panose="02020603050405020304" pitchFamily="18" charset="-78"/>
              <a:cs typeface="Traditional Arabic" panose="02020603050405020304" pitchFamily="18" charset="-78"/>
            </a:endParaRPr>
          </a:p>
          <a:p>
            <a:pPr algn="r" rtl="1"/>
            <a:r>
              <a:rPr lang="ar-SA" b="1" dirty="0">
                <a:effectLst/>
                <a:latin typeface="Traditional Arabic" panose="02020603050405020304" pitchFamily="18" charset="-78"/>
                <a:cs typeface="Traditional Arabic" panose="02020603050405020304" pitchFamily="18" charset="-78"/>
              </a:rPr>
              <a:t>جامعة المجمعة</a:t>
            </a:r>
            <a:endParaRPr lang="ar-SA" b="1" dirty="0">
              <a:latin typeface="Traditional Arabic" panose="02020603050405020304" pitchFamily="18" charset="-78"/>
              <a:cs typeface="Traditional Arabic" panose="02020603050405020304" pitchFamily="18" charset="-78"/>
            </a:endParaRPr>
          </a:p>
          <a:p>
            <a:pPr algn="r" rtl="1"/>
            <a:r>
              <a:rPr lang="ar-SA" b="1" dirty="0">
                <a:effectLst/>
                <a:latin typeface="Traditional Arabic" panose="02020603050405020304" pitchFamily="18" charset="-78"/>
                <a:cs typeface="Traditional Arabic" panose="02020603050405020304" pitchFamily="18" charset="-78"/>
              </a:rPr>
              <a:t>كلية العلوم بالزلفي</a:t>
            </a:r>
            <a:endParaRPr lang="ar-SA" b="1" dirty="0">
              <a:latin typeface="Traditional Arabic" panose="02020603050405020304" pitchFamily="18" charset="-78"/>
              <a:cs typeface="Traditional Arabic" panose="02020603050405020304" pitchFamily="18" charset="-78"/>
            </a:endParaRPr>
          </a:p>
          <a:p>
            <a:pPr algn="r" rtl="1"/>
            <a:r>
              <a:rPr lang="ar-SA" b="1" dirty="0">
                <a:effectLst/>
                <a:latin typeface="Traditional Arabic" panose="02020603050405020304" pitchFamily="18" charset="-78"/>
                <a:cs typeface="Traditional Arabic" panose="02020603050405020304" pitchFamily="18" charset="-78"/>
              </a:rPr>
              <a:t>قسم علوم الحاسب والمعلومات</a:t>
            </a:r>
            <a:endParaRPr lang="ar-SA" b="1" dirty="0">
              <a:latin typeface="Traditional Arabic" panose="02020603050405020304" pitchFamily="18" charset="-78"/>
              <a:cs typeface="Traditional Arabic" panose="02020603050405020304" pitchFamily="18" charset="-78"/>
            </a:endParaRPr>
          </a:p>
          <a:p>
            <a:pPr algn="r"/>
            <a:endParaRPr lang="en-US" dirty="0"/>
          </a:p>
        </p:txBody>
      </p:sp>
      <p:sp>
        <p:nvSpPr>
          <p:cNvPr id="2" name="TextBox 19">
            <a:extLst>
              <a:ext uri="{FF2B5EF4-FFF2-40B4-BE49-F238E27FC236}">
                <a16:creationId xmlns:a16="http://schemas.microsoft.com/office/drawing/2014/main" id="{EBF66E0B-B577-997B-535C-6F9051E8072E}"/>
              </a:ext>
            </a:extLst>
          </p:cNvPr>
          <p:cNvSpPr txBox="1"/>
          <p:nvPr/>
        </p:nvSpPr>
        <p:spPr>
          <a:xfrm>
            <a:off x="-858267" y="2816672"/>
            <a:ext cx="10996289" cy="655949"/>
          </a:xfrm>
          <a:prstGeom prst="rect">
            <a:avLst/>
          </a:prstGeom>
        </p:spPr>
        <p:txBody>
          <a:bodyPr lIns="0" tIns="0" rIns="0" bIns="0" rtlCol="0" anchor="t">
            <a:spAutoFit/>
          </a:bodyPr>
          <a:lstStyle/>
          <a:p>
            <a:pPr algn="ctr" rtl="1">
              <a:lnSpc>
                <a:spcPts val="5692"/>
              </a:lnSpc>
              <a:spcBef>
                <a:spcPct val="0"/>
              </a:spcBef>
            </a:pPr>
            <a:r>
              <a:rPr lang="ar-EG" sz="2000" dirty="0">
                <a:solidFill>
                  <a:srgbClr val="000000"/>
                </a:solidFill>
                <a:latin typeface="Microsoft Uighur" panose="02000000000000000000" pitchFamily="2" charset="-78"/>
                <a:ea typeface="Raleway"/>
                <a:cs typeface="Microsoft Uighur" panose="02000000000000000000" pitchFamily="2" charset="-78"/>
                <a:sym typeface="Raleway"/>
                <a:rtl/>
              </a:rPr>
              <a:t>‏</a:t>
            </a:r>
            <a:r>
              <a:rPr lang="ar-EG" sz="2400" dirty="0">
                <a:solidFill>
                  <a:srgbClr val="000000"/>
                </a:solidFill>
                <a:latin typeface="Microsoft Uighur" panose="02000000000000000000" pitchFamily="2" charset="-78"/>
                <a:ea typeface="Raleway"/>
                <a:cs typeface="Microsoft Uighur" panose="02000000000000000000" pitchFamily="2" charset="-78"/>
                <a:sym typeface="Raleway"/>
                <a:rtl/>
              </a:rPr>
              <a:t>الاكتشاف المبكر للهجمات السيبرانية</a:t>
            </a:r>
            <a:r>
              <a:rPr lang="ar-SA" sz="2400" dirty="0">
                <a:solidFill>
                  <a:srgbClr val="000000"/>
                </a:solidFill>
                <a:latin typeface="Microsoft Uighur" panose="02000000000000000000" pitchFamily="2" charset="-78"/>
                <a:ea typeface="Raleway"/>
                <a:cs typeface="Microsoft Uighur" panose="02000000000000000000" pitchFamily="2" charset="-78"/>
                <a:sym typeface="Raleway"/>
                <a:rtl/>
              </a:rPr>
              <a:t> </a:t>
            </a:r>
            <a:r>
              <a:rPr lang="ar-SA" sz="2400" dirty="0">
                <a:latin typeface="Microsoft Uighur" panose="02000000000000000000" pitchFamily="2" charset="-78"/>
                <a:ea typeface="Raleway"/>
                <a:cs typeface="Microsoft Uighur" panose="02000000000000000000" pitchFamily="2" charset="-78"/>
                <a:sym typeface="Raleway"/>
                <a:rtl/>
              </a:rPr>
              <a:t>على منصات الأعمال الإلكترونية</a:t>
            </a:r>
            <a:r>
              <a:rPr lang="ar-EG" sz="2400" dirty="0">
                <a:solidFill>
                  <a:srgbClr val="000000"/>
                </a:solidFill>
                <a:latin typeface="Microsoft Uighur" panose="02000000000000000000" pitchFamily="2" charset="-78"/>
                <a:ea typeface="Raleway"/>
                <a:cs typeface="Microsoft Uighur" panose="02000000000000000000" pitchFamily="2" charset="-78"/>
                <a:sym typeface="Raleway"/>
                <a:rtl/>
              </a:rPr>
              <a:t> باستخدام الذكاء الاصطناعي</a:t>
            </a:r>
            <a:endParaRPr lang="ar-EG" sz="2000" dirty="0">
              <a:solidFill>
                <a:srgbClr val="000000"/>
              </a:solidFill>
              <a:latin typeface="Microsoft Uighur" panose="02000000000000000000" pitchFamily="2" charset="-78"/>
              <a:ea typeface="Raleway"/>
              <a:cs typeface="Microsoft Uighur" panose="02000000000000000000" pitchFamily="2" charset="-78"/>
              <a:sym typeface="Raleway"/>
              <a:rtl/>
            </a:endParaRPr>
          </a:p>
        </p:txBody>
      </p:sp>
      <p:sp>
        <p:nvSpPr>
          <p:cNvPr id="4" name="مربع نص 3">
            <a:extLst>
              <a:ext uri="{FF2B5EF4-FFF2-40B4-BE49-F238E27FC236}">
                <a16:creationId xmlns:a16="http://schemas.microsoft.com/office/drawing/2014/main" id="{D833D3D3-DBEA-DE52-F00A-13FA049C78FA}"/>
              </a:ext>
            </a:extLst>
          </p:cNvPr>
          <p:cNvSpPr txBox="1"/>
          <p:nvPr/>
        </p:nvSpPr>
        <p:spPr>
          <a:xfrm>
            <a:off x="1750268" y="1602743"/>
            <a:ext cx="5643457" cy="825995"/>
          </a:xfrm>
          <a:prstGeom prst="rect">
            <a:avLst/>
          </a:prstGeom>
          <a:noFill/>
        </p:spPr>
        <p:txBody>
          <a:bodyPr wrap="square">
            <a:spAutoFit/>
          </a:bodyPr>
          <a:lstStyle/>
          <a:p>
            <a:pPr algn="ctr">
              <a:lnSpc>
                <a:spcPts val="6860"/>
              </a:lnSpc>
            </a:pPr>
            <a:r>
              <a:rPr lang="en-US" sz="2400" b="1" dirty="0">
                <a:solidFill>
                  <a:srgbClr val="000000"/>
                </a:solidFill>
                <a:latin typeface="Canva Sans Bold" panose="020B0604020202020204" charset="0"/>
                <a:ea typeface="Open Sans 1 Bold"/>
                <a:cs typeface="Open Sans 1 Bold"/>
                <a:sym typeface="Open Sans 1 Bold"/>
              </a:rPr>
              <a:t>RESEARCH ABOUT  </a:t>
            </a:r>
          </a:p>
        </p:txBody>
      </p:sp>
      <p:sp>
        <p:nvSpPr>
          <p:cNvPr id="25" name="مربع نص 24">
            <a:extLst>
              <a:ext uri="{FF2B5EF4-FFF2-40B4-BE49-F238E27FC236}">
                <a16:creationId xmlns:a16="http://schemas.microsoft.com/office/drawing/2014/main" id="{D74A2C50-2E62-793F-6A9E-E658A30FF07A}"/>
              </a:ext>
            </a:extLst>
          </p:cNvPr>
          <p:cNvSpPr txBox="1"/>
          <p:nvPr/>
        </p:nvSpPr>
        <p:spPr>
          <a:xfrm>
            <a:off x="5114918" y="4606689"/>
            <a:ext cx="5494564" cy="260712"/>
          </a:xfrm>
          <a:prstGeom prst="rect">
            <a:avLst/>
          </a:prstGeom>
          <a:noFill/>
        </p:spPr>
        <p:txBody>
          <a:bodyPr wrap="square">
            <a:spAutoFit/>
          </a:bodyPr>
          <a:lstStyle/>
          <a:p>
            <a:pPr algn="ctr" defTabSz="457200">
              <a:lnSpc>
                <a:spcPts val="1400"/>
              </a:lnSpc>
              <a:buClrTx/>
            </a:pPr>
            <a:r>
              <a:rPr lang="en-US" sz="900" b="1" kern="1200" dirty="0">
                <a:latin typeface="Raleway Bold"/>
                <a:ea typeface="Raleway Bold"/>
                <a:cs typeface="Raleway Bold"/>
                <a:sym typeface="Raleway Bold"/>
              </a:rPr>
              <a:t>Supervised by: Maria Altaib Badawi</a:t>
            </a:r>
          </a:p>
        </p:txBody>
      </p:sp>
      <p:sp>
        <p:nvSpPr>
          <p:cNvPr id="30" name="مربع نص 29">
            <a:extLst>
              <a:ext uri="{FF2B5EF4-FFF2-40B4-BE49-F238E27FC236}">
                <a16:creationId xmlns:a16="http://schemas.microsoft.com/office/drawing/2014/main" id="{FA87CC2E-8632-86AB-FB7B-5F1CFBBBA17D}"/>
              </a:ext>
            </a:extLst>
          </p:cNvPr>
          <p:cNvSpPr txBox="1"/>
          <p:nvPr/>
        </p:nvSpPr>
        <p:spPr>
          <a:xfrm>
            <a:off x="1872665" y="4521790"/>
            <a:ext cx="5717308" cy="402546"/>
          </a:xfrm>
          <a:prstGeom prst="rect">
            <a:avLst/>
          </a:prstGeom>
          <a:noFill/>
        </p:spPr>
        <p:txBody>
          <a:bodyPr wrap="square">
            <a:spAutoFit/>
          </a:bodyPr>
          <a:lstStyle/>
          <a:p>
            <a:pPr algn="ctr">
              <a:lnSpc>
                <a:spcPts val="2783"/>
              </a:lnSpc>
              <a:spcBef>
                <a:spcPct val="0"/>
              </a:spcBef>
            </a:pPr>
            <a:r>
              <a:rPr lang="en-US" sz="1400" b="1" dirty="0">
                <a:solidFill>
                  <a:srgbClr val="000000"/>
                </a:solidFill>
                <a:latin typeface="Telegraf Medium"/>
                <a:ea typeface="Telegraf Medium"/>
                <a:cs typeface="Telegraf Medium"/>
                <a:sym typeface="Telegraf Medium"/>
              </a:rPr>
              <a:t>2024-2025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42"/>
          <p:cNvSpPr txBox="1">
            <a:spLocks noGrp="1"/>
          </p:cNvSpPr>
          <p:nvPr>
            <p:ph type="title"/>
          </p:nvPr>
        </p:nvSpPr>
        <p:spPr>
          <a:xfrm>
            <a:off x="716551" y="34120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INTRODUCTION</a:t>
            </a:r>
          </a:p>
        </p:txBody>
      </p:sp>
      <p:sp>
        <p:nvSpPr>
          <p:cNvPr id="584" name="Google Shape;584;p42"/>
          <p:cNvSpPr txBox="1">
            <a:spLocks noGrp="1"/>
          </p:cNvSpPr>
          <p:nvPr>
            <p:ph type="subTitle" idx="1"/>
          </p:nvPr>
        </p:nvSpPr>
        <p:spPr>
          <a:xfrm>
            <a:off x="716552" y="1147975"/>
            <a:ext cx="7710899" cy="375304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GB" sz="1600" b="1" dirty="0">
                <a:latin typeface="Traditional Arabic" panose="02020603050405020304" pitchFamily="18" charset="-78"/>
                <a:cs typeface="Traditional Arabic" panose="02020603050405020304" pitchFamily="18" charset="-78"/>
              </a:rPr>
              <a:t>E–business platforms are undergoing a fundamental transformation driven by rapid digital evolution, providing unprecedented efficiency and flexibility. However, this shift is accompanied by escalating cybersecurity risks, exposing vast amounts of sensitive data and making these platforms attractive targets for cybercriminals.</a:t>
            </a:r>
          </a:p>
          <a:p>
            <a:pPr marL="0" lvl="0" indent="0" algn="just" rtl="0">
              <a:spcBef>
                <a:spcPts val="0"/>
              </a:spcBef>
              <a:spcAft>
                <a:spcPts val="0"/>
              </a:spcAft>
              <a:buClr>
                <a:schemeClr val="dk1"/>
              </a:buClr>
              <a:buSzPts val="1100"/>
              <a:buFont typeface="Arial"/>
              <a:buNone/>
            </a:pPr>
            <a:r>
              <a:rPr lang="en-GB" sz="1600" b="1" dirty="0">
                <a:latin typeface="Traditional Arabic" panose="02020603050405020304" pitchFamily="18" charset="-78"/>
                <a:cs typeface="Traditional Arabic" panose="02020603050405020304" pitchFamily="18" charset="-78"/>
              </a:rPr>
              <a:t>Among the most serious and dangerous cyberattacks is the SQL Injection attack, which often targets databases in order to manipulate or extract sensitive information. With the continuous advancement of fraud techniques, early detection of malicious activities is crucial for safeguarding these platforms. The Kingdom of Saudi Arabia has achieved global recognition in cybersecurity, reflecting its commitment to Vision 2030 goals. </a:t>
            </a:r>
          </a:p>
          <a:p>
            <a:pPr marL="0" lvl="0" indent="0" algn="just" rtl="0">
              <a:spcBef>
                <a:spcPts val="0"/>
              </a:spcBef>
              <a:spcAft>
                <a:spcPts val="0"/>
              </a:spcAft>
              <a:buClr>
                <a:schemeClr val="dk1"/>
              </a:buClr>
              <a:buSzPts val="1100"/>
              <a:buFont typeface="Arial"/>
              <a:buNone/>
            </a:pPr>
            <a:r>
              <a:rPr lang="en-GB" sz="1600" b="1" dirty="0">
                <a:latin typeface="Traditional Arabic" panose="02020603050405020304" pitchFamily="18" charset="-78"/>
                <a:cs typeface="Traditional Arabic" panose="02020603050405020304" pitchFamily="18" charset="-78"/>
              </a:rPr>
              <a:t>Nonetheless, the increasing complexity of cyber threats necessitates continuous improvement in security measures to ensure a secure future for e-business</a:t>
            </a:r>
            <a:endParaRPr lang="en-US" sz="1600" b="1" dirty="0">
              <a:latin typeface="Traditional Arabic" panose="02020603050405020304" pitchFamily="18" charset="-78"/>
              <a:cs typeface="Traditional Arabic" panose="02020603050405020304" pitchFamily="18" charset="-78"/>
            </a:endParaRPr>
          </a:p>
        </p:txBody>
      </p:sp>
      <p:grpSp>
        <p:nvGrpSpPr>
          <p:cNvPr id="585" name="Google Shape;585;p42"/>
          <p:cNvGrpSpPr/>
          <p:nvPr/>
        </p:nvGrpSpPr>
        <p:grpSpPr>
          <a:xfrm rot="16200000">
            <a:off x="8581017" y="-4368951"/>
            <a:ext cx="2981349" cy="7011653"/>
            <a:chOff x="3163538" y="306007"/>
            <a:chExt cx="2665857" cy="6269666"/>
          </a:xfrm>
        </p:grpSpPr>
        <p:sp>
          <p:nvSpPr>
            <p:cNvPr id="586" name="Google Shape;586;p42"/>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42"/>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42"/>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9" name="Google Shape;589;p42"/>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42"/>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42"/>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42"/>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2">
          <a:extLst>
            <a:ext uri="{FF2B5EF4-FFF2-40B4-BE49-F238E27FC236}">
              <a16:creationId xmlns:a16="http://schemas.microsoft.com/office/drawing/2014/main" id="{D84AF507-800A-8581-470D-8AA62C198F5B}"/>
            </a:ext>
          </a:extLst>
        </p:cNvPr>
        <p:cNvGrpSpPr/>
        <p:nvPr/>
      </p:nvGrpSpPr>
      <p:grpSpPr>
        <a:xfrm>
          <a:off x="0" y="0"/>
          <a:ext cx="0" cy="0"/>
          <a:chOff x="0" y="0"/>
          <a:chExt cx="0" cy="0"/>
        </a:xfrm>
      </p:grpSpPr>
      <p:grpSp>
        <p:nvGrpSpPr>
          <p:cNvPr id="585" name="Google Shape;585;p42">
            <a:extLst>
              <a:ext uri="{FF2B5EF4-FFF2-40B4-BE49-F238E27FC236}">
                <a16:creationId xmlns:a16="http://schemas.microsoft.com/office/drawing/2014/main" id="{CF216733-B267-937C-066B-FDA564B3E03F}"/>
              </a:ext>
            </a:extLst>
          </p:cNvPr>
          <p:cNvGrpSpPr/>
          <p:nvPr/>
        </p:nvGrpSpPr>
        <p:grpSpPr>
          <a:xfrm rot="-7200097">
            <a:off x="9195313" y="-3702967"/>
            <a:ext cx="2981349" cy="7011653"/>
            <a:chOff x="3163538" y="306007"/>
            <a:chExt cx="2665857" cy="6269666"/>
          </a:xfrm>
        </p:grpSpPr>
        <p:sp>
          <p:nvSpPr>
            <p:cNvPr id="586" name="Google Shape;586;p42">
              <a:extLst>
                <a:ext uri="{FF2B5EF4-FFF2-40B4-BE49-F238E27FC236}">
                  <a16:creationId xmlns:a16="http://schemas.microsoft.com/office/drawing/2014/main" id="{B7DE2F05-9DCE-DB40-89F6-B129103B13B4}"/>
                </a:ext>
              </a:extLst>
            </p:cNvPr>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42">
              <a:extLst>
                <a:ext uri="{FF2B5EF4-FFF2-40B4-BE49-F238E27FC236}">
                  <a16:creationId xmlns:a16="http://schemas.microsoft.com/office/drawing/2014/main" id="{1333AE64-195D-3840-62D3-A79EF34F7171}"/>
                </a:ext>
              </a:extLst>
            </p:cNvPr>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42">
              <a:extLst>
                <a:ext uri="{FF2B5EF4-FFF2-40B4-BE49-F238E27FC236}">
                  <a16:creationId xmlns:a16="http://schemas.microsoft.com/office/drawing/2014/main" id="{71DA69F9-C5B5-3138-C2EE-B10AD8EC0D48}"/>
                </a:ext>
              </a:extLst>
            </p:cNvPr>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42">
              <a:extLst>
                <a:ext uri="{FF2B5EF4-FFF2-40B4-BE49-F238E27FC236}">
                  <a16:creationId xmlns:a16="http://schemas.microsoft.com/office/drawing/2014/main" id="{749FA0D5-638A-0BB1-38C4-15F202D46B7F}"/>
                </a:ext>
              </a:extLst>
            </p:cNvPr>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42">
              <a:extLst>
                <a:ext uri="{FF2B5EF4-FFF2-40B4-BE49-F238E27FC236}">
                  <a16:creationId xmlns:a16="http://schemas.microsoft.com/office/drawing/2014/main" id="{B7D88784-8745-A479-C31D-785F1FC329A6}"/>
                </a:ext>
              </a:extLst>
            </p:cNvPr>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42">
              <a:extLst>
                <a:ext uri="{FF2B5EF4-FFF2-40B4-BE49-F238E27FC236}">
                  <a16:creationId xmlns:a16="http://schemas.microsoft.com/office/drawing/2014/main" id="{E2643C05-CB08-8F2B-E626-A8E51BA1CFA4}"/>
                </a:ext>
              </a:extLst>
            </p:cNvPr>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42">
              <a:extLst>
                <a:ext uri="{FF2B5EF4-FFF2-40B4-BE49-F238E27FC236}">
                  <a16:creationId xmlns:a16="http://schemas.microsoft.com/office/drawing/2014/main" id="{A3563018-7915-796E-3E4D-FD8F13FC0F10}"/>
                </a:ext>
              </a:extLst>
            </p:cNvPr>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 name="Google Shape;511;p38">
            <a:extLst>
              <a:ext uri="{FF2B5EF4-FFF2-40B4-BE49-F238E27FC236}">
                <a16:creationId xmlns:a16="http://schemas.microsoft.com/office/drawing/2014/main" id="{989F558A-6D88-D07F-9606-9B06483F0B65}"/>
              </a:ext>
            </a:extLst>
          </p:cNvPr>
          <p:cNvSpPr txBox="1">
            <a:spLocks noGrp="1"/>
          </p:cNvSpPr>
          <p:nvPr>
            <p:ph type="title"/>
          </p:nvPr>
        </p:nvSpPr>
        <p:spPr>
          <a:xfrm>
            <a:off x="1021278" y="404546"/>
            <a:ext cx="1658700" cy="763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Goals:</a:t>
            </a:r>
          </a:p>
        </p:txBody>
      </p:sp>
      <p:sp>
        <p:nvSpPr>
          <p:cNvPr id="7" name="Google Shape;513;p38">
            <a:extLst>
              <a:ext uri="{FF2B5EF4-FFF2-40B4-BE49-F238E27FC236}">
                <a16:creationId xmlns:a16="http://schemas.microsoft.com/office/drawing/2014/main" id="{701CF83F-2CB1-BD38-822F-0EAF4CC05DB8}"/>
              </a:ext>
            </a:extLst>
          </p:cNvPr>
          <p:cNvSpPr txBox="1">
            <a:spLocks noGrp="1"/>
          </p:cNvSpPr>
          <p:nvPr>
            <p:ph type="subTitle" idx="1"/>
          </p:nvPr>
        </p:nvSpPr>
        <p:spPr>
          <a:xfrm>
            <a:off x="742956" y="2530871"/>
            <a:ext cx="2215344" cy="206577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latin typeface="Traditional Arabic" panose="02020603050405020304" pitchFamily="18" charset="-78"/>
                <a:cs typeface="Traditional Arabic" panose="02020603050405020304" pitchFamily="18" charset="-78"/>
              </a:rPr>
              <a:t>Enhancing Cybersecurity for E-business Transactions.</a:t>
            </a:r>
          </a:p>
        </p:txBody>
      </p:sp>
      <p:sp>
        <p:nvSpPr>
          <p:cNvPr id="8" name="Google Shape;514;p38">
            <a:extLst>
              <a:ext uri="{FF2B5EF4-FFF2-40B4-BE49-F238E27FC236}">
                <a16:creationId xmlns:a16="http://schemas.microsoft.com/office/drawing/2014/main" id="{F07C91BB-D826-E79F-8570-EA4EFD1EB94D}"/>
              </a:ext>
            </a:extLst>
          </p:cNvPr>
          <p:cNvSpPr txBox="1">
            <a:spLocks/>
          </p:cNvSpPr>
          <p:nvPr/>
        </p:nvSpPr>
        <p:spPr>
          <a:xfrm>
            <a:off x="3390435" y="2530871"/>
            <a:ext cx="2341636" cy="119557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dirty="0">
                <a:latin typeface="Traditional Arabic" panose="02020603050405020304" pitchFamily="18" charset="-78"/>
                <a:cs typeface="Traditional Arabic" panose="02020603050405020304" pitchFamily="18" charset="-78"/>
              </a:rPr>
              <a:t>Early Detection of Fraud and Risk Reduction.</a:t>
            </a:r>
          </a:p>
        </p:txBody>
      </p:sp>
      <p:sp>
        <p:nvSpPr>
          <p:cNvPr id="9" name="Google Shape;516;p38">
            <a:extLst>
              <a:ext uri="{FF2B5EF4-FFF2-40B4-BE49-F238E27FC236}">
                <a16:creationId xmlns:a16="http://schemas.microsoft.com/office/drawing/2014/main" id="{0C8CDFED-22AB-68D2-4D16-10254DC4F554}"/>
              </a:ext>
            </a:extLst>
          </p:cNvPr>
          <p:cNvSpPr txBox="1">
            <a:spLocks/>
          </p:cNvSpPr>
          <p:nvPr/>
        </p:nvSpPr>
        <p:spPr>
          <a:xfrm>
            <a:off x="5577321" y="2530871"/>
            <a:ext cx="2654413" cy="206577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dirty="0">
                <a:latin typeface="Traditional Arabic" panose="02020603050405020304" pitchFamily="18" charset="-78"/>
                <a:cs typeface="Traditional Arabic" panose="02020603050405020304" pitchFamily="18" charset="-78"/>
              </a:rPr>
              <a:t>Utilizing AI and Machine Learning for Building a Secure Transaction Environment</a:t>
            </a:r>
          </a:p>
        </p:txBody>
      </p:sp>
      <p:sp>
        <p:nvSpPr>
          <p:cNvPr id="10" name="Google Shape;518;p38">
            <a:extLst>
              <a:ext uri="{FF2B5EF4-FFF2-40B4-BE49-F238E27FC236}">
                <a16:creationId xmlns:a16="http://schemas.microsoft.com/office/drawing/2014/main" id="{29125FB3-D667-1B36-2651-79ABA94D4605}"/>
              </a:ext>
            </a:extLst>
          </p:cNvPr>
          <p:cNvSpPr txBox="1">
            <a:spLocks/>
          </p:cNvSpPr>
          <p:nvPr/>
        </p:nvSpPr>
        <p:spPr>
          <a:xfrm>
            <a:off x="1483278" y="1992279"/>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dirty="0">
                <a:solidFill>
                  <a:schemeClr val="lt1"/>
                </a:solidFill>
              </a:rPr>
              <a:t>01</a:t>
            </a:r>
          </a:p>
        </p:txBody>
      </p:sp>
      <p:sp>
        <p:nvSpPr>
          <p:cNvPr id="11" name="Google Shape;520;p38">
            <a:extLst>
              <a:ext uri="{FF2B5EF4-FFF2-40B4-BE49-F238E27FC236}">
                <a16:creationId xmlns:a16="http://schemas.microsoft.com/office/drawing/2014/main" id="{0A64A25B-17F1-9581-A507-9A924F6143A6}"/>
              </a:ext>
            </a:extLst>
          </p:cNvPr>
          <p:cNvSpPr txBox="1">
            <a:spLocks/>
          </p:cNvSpPr>
          <p:nvPr/>
        </p:nvSpPr>
        <p:spPr>
          <a:xfrm>
            <a:off x="4175546" y="1992279"/>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dirty="0">
                <a:solidFill>
                  <a:schemeClr val="lt1"/>
                </a:solidFill>
              </a:rPr>
              <a:t>02</a:t>
            </a:r>
          </a:p>
        </p:txBody>
      </p:sp>
      <p:sp>
        <p:nvSpPr>
          <p:cNvPr id="12" name="Google Shape;522;p38">
            <a:extLst>
              <a:ext uri="{FF2B5EF4-FFF2-40B4-BE49-F238E27FC236}">
                <a16:creationId xmlns:a16="http://schemas.microsoft.com/office/drawing/2014/main" id="{4F62A5B1-041B-0DE6-C7F0-DFF9950BD993}"/>
              </a:ext>
            </a:extLst>
          </p:cNvPr>
          <p:cNvSpPr txBox="1">
            <a:spLocks/>
          </p:cNvSpPr>
          <p:nvPr/>
        </p:nvSpPr>
        <p:spPr>
          <a:xfrm>
            <a:off x="6563610" y="1992279"/>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dirty="0">
                <a:solidFill>
                  <a:schemeClr val="lt1"/>
                </a:solidFill>
              </a:rPr>
              <a:t>03</a:t>
            </a:r>
          </a:p>
        </p:txBody>
      </p:sp>
      <p:sp>
        <p:nvSpPr>
          <p:cNvPr id="13" name="Google Shape;10969;p89">
            <a:extLst>
              <a:ext uri="{FF2B5EF4-FFF2-40B4-BE49-F238E27FC236}">
                <a16:creationId xmlns:a16="http://schemas.microsoft.com/office/drawing/2014/main" id="{50290A43-2598-5E7C-289D-6F4A6FCE49D8}"/>
              </a:ext>
            </a:extLst>
          </p:cNvPr>
          <p:cNvSpPr/>
          <p:nvPr/>
        </p:nvSpPr>
        <p:spPr>
          <a:xfrm>
            <a:off x="2459925" y="539100"/>
            <a:ext cx="440106" cy="421373"/>
          </a:xfrm>
          <a:custGeom>
            <a:avLst/>
            <a:gdLst/>
            <a:ahLst/>
            <a:cxnLst/>
            <a:rect l="l" t="t" r="r" b="b"/>
            <a:pathLst>
              <a:path w="12193" h="11674" extrusionOk="0">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812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2">
          <a:extLst>
            <a:ext uri="{FF2B5EF4-FFF2-40B4-BE49-F238E27FC236}">
              <a16:creationId xmlns:a16="http://schemas.microsoft.com/office/drawing/2014/main" id="{2B592C63-D8AE-7CCE-EEE9-AC0C910E9CF6}"/>
            </a:ext>
          </a:extLst>
        </p:cNvPr>
        <p:cNvGrpSpPr/>
        <p:nvPr/>
      </p:nvGrpSpPr>
      <p:grpSpPr>
        <a:xfrm>
          <a:off x="0" y="0"/>
          <a:ext cx="0" cy="0"/>
          <a:chOff x="0" y="0"/>
          <a:chExt cx="0" cy="0"/>
        </a:xfrm>
      </p:grpSpPr>
      <p:grpSp>
        <p:nvGrpSpPr>
          <p:cNvPr id="585" name="Google Shape;585;p42">
            <a:extLst>
              <a:ext uri="{FF2B5EF4-FFF2-40B4-BE49-F238E27FC236}">
                <a16:creationId xmlns:a16="http://schemas.microsoft.com/office/drawing/2014/main" id="{2CE8D339-CBCB-100E-E07B-5C0868ED6239}"/>
              </a:ext>
            </a:extLst>
          </p:cNvPr>
          <p:cNvGrpSpPr/>
          <p:nvPr/>
        </p:nvGrpSpPr>
        <p:grpSpPr>
          <a:xfrm rot="-7200097">
            <a:off x="9195313" y="-3702967"/>
            <a:ext cx="2981349" cy="7011653"/>
            <a:chOff x="3163538" y="306007"/>
            <a:chExt cx="2665857" cy="6269666"/>
          </a:xfrm>
        </p:grpSpPr>
        <p:sp>
          <p:nvSpPr>
            <p:cNvPr id="586" name="Google Shape;586;p42">
              <a:extLst>
                <a:ext uri="{FF2B5EF4-FFF2-40B4-BE49-F238E27FC236}">
                  <a16:creationId xmlns:a16="http://schemas.microsoft.com/office/drawing/2014/main" id="{45718252-33A9-FB46-1211-7C1A448D1566}"/>
                </a:ext>
              </a:extLst>
            </p:cNvPr>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42">
              <a:extLst>
                <a:ext uri="{FF2B5EF4-FFF2-40B4-BE49-F238E27FC236}">
                  <a16:creationId xmlns:a16="http://schemas.microsoft.com/office/drawing/2014/main" id="{0A70BE39-AF28-1B2F-BD90-D883B29B791D}"/>
                </a:ext>
              </a:extLst>
            </p:cNvPr>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42">
              <a:extLst>
                <a:ext uri="{FF2B5EF4-FFF2-40B4-BE49-F238E27FC236}">
                  <a16:creationId xmlns:a16="http://schemas.microsoft.com/office/drawing/2014/main" id="{3DAFF88E-8588-6448-E734-5209B556B52D}"/>
                </a:ext>
              </a:extLst>
            </p:cNvPr>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42">
              <a:extLst>
                <a:ext uri="{FF2B5EF4-FFF2-40B4-BE49-F238E27FC236}">
                  <a16:creationId xmlns:a16="http://schemas.microsoft.com/office/drawing/2014/main" id="{ED7A0DF0-9129-AA4A-AE04-B98D6ACD5E38}"/>
                </a:ext>
              </a:extLst>
            </p:cNvPr>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42">
              <a:extLst>
                <a:ext uri="{FF2B5EF4-FFF2-40B4-BE49-F238E27FC236}">
                  <a16:creationId xmlns:a16="http://schemas.microsoft.com/office/drawing/2014/main" id="{E1C68708-7E7B-44E7-E625-2F1EE1F878C4}"/>
                </a:ext>
              </a:extLst>
            </p:cNvPr>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42">
              <a:extLst>
                <a:ext uri="{FF2B5EF4-FFF2-40B4-BE49-F238E27FC236}">
                  <a16:creationId xmlns:a16="http://schemas.microsoft.com/office/drawing/2014/main" id="{5F130C42-880B-6D1B-CEF2-D6719903F951}"/>
                </a:ext>
              </a:extLst>
            </p:cNvPr>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42">
              <a:extLst>
                <a:ext uri="{FF2B5EF4-FFF2-40B4-BE49-F238E27FC236}">
                  <a16:creationId xmlns:a16="http://schemas.microsoft.com/office/drawing/2014/main" id="{0A4189A3-7DA1-FB88-164A-2418288074D8}"/>
                </a:ext>
              </a:extLst>
            </p:cNvPr>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 name="Google Shape;511;p38">
            <a:extLst>
              <a:ext uri="{FF2B5EF4-FFF2-40B4-BE49-F238E27FC236}">
                <a16:creationId xmlns:a16="http://schemas.microsoft.com/office/drawing/2014/main" id="{D4DBCA30-9293-98B4-8E1B-DD6D960C89B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Tools</a:t>
            </a:r>
          </a:p>
        </p:txBody>
      </p:sp>
      <p:grpSp>
        <p:nvGrpSpPr>
          <p:cNvPr id="4" name="Google Shape;1355;p77">
            <a:extLst>
              <a:ext uri="{FF2B5EF4-FFF2-40B4-BE49-F238E27FC236}">
                <a16:creationId xmlns:a16="http://schemas.microsoft.com/office/drawing/2014/main" id="{08FEC91F-7266-532B-D0FC-E9E533E15FF9}"/>
              </a:ext>
            </a:extLst>
          </p:cNvPr>
          <p:cNvGrpSpPr/>
          <p:nvPr/>
        </p:nvGrpSpPr>
        <p:grpSpPr>
          <a:xfrm>
            <a:off x="978673" y="2909717"/>
            <a:ext cx="6451142" cy="888960"/>
            <a:chOff x="4404545" y="3301592"/>
            <a:chExt cx="782403" cy="129272"/>
          </a:xfrm>
        </p:grpSpPr>
        <p:sp>
          <p:nvSpPr>
            <p:cNvPr id="5" name="Google Shape;1356;p77">
              <a:extLst>
                <a:ext uri="{FF2B5EF4-FFF2-40B4-BE49-F238E27FC236}">
                  <a16:creationId xmlns:a16="http://schemas.microsoft.com/office/drawing/2014/main" id="{BC725469-1B02-2876-42BC-FF7F449E9453}"/>
                </a:ext>
              </a:extLst>
            </p:cNvPr>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57;p77">
              <a:extLst>
                <a:ext uri="{FF2B5EF4-FFF2-40B4-BE49-F238E27FC236}">
                  <a16:creationId xmlns:a16="http://schemas.microsoft.com/office/drawing/2014/main" id="{194C8B0F-7860-987E-E4A3-617BC6F35F6D}"/>
                </a:ext>
              </a:extLst>
            </p:cNvPr>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355;p77">
            <a:extLst>
              <a:ext uri="{FF2B5EF4-FFF2-40B4-BE49-F238E27FC236}">
                <a16:creationId xmlns:a16="http://schemas.microsoft.com/office/drawing/2014/main" id="{4D4499D5-E5E7-3A07-BB15-E7855818EED5}"/>
              </a:ext>
            </a:extLst>
          </p:cNvPr>
          <p:cNvGrpSpPr/>
          <p:nvPr/>
        </p:nvGrpSpPr>
        <p:grpSpPr>
          <a:xfrm>
            <a:off x="978672" y="1859965"/>
            <a:ext cx="6451143" cy="888960"/>
            <a:chOff x="4404545" y="3301592"/>
            <a:chExt cx="782403" cy="129272"/>
          </a:xfrm>
        </p:grpSpPr>
        <p:sp>
          <p:nvSpPr>
            <p:cNvPr id="16" name="Google Shape;1356;p77">
              <a:extLst>
                <a:ext uri="{FF2B5EF4-FFF2-40B4-BE49-F238E27FC236}">
                  <a16:creationId xmlns:a16="http://schemas.microsoft.com/office/drawing/2014/main" id="{87B681E4-3DF0-B710-3BE8-D4954C5D94B7}"/>
                </a:ext>
              </a:extLst>
            </p:cNvPr>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57;p77">
              <a:extLst>
                <a:ext uri="{FF2B5EF4-FFF2-40B4-BE49-F238E27FC236}">
                  <a16:creationId xmlns:a16="http://schemas.microsoft.com/office/drawing/2014/main" id="{E612E823-F322-6829-3D3F-DDFDBE3672F7}"/>
                </a:ext>
              </a:extLst>
            </p:cNvPr>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355;p77">
            <a:extLst>
              <a:ext uri="{FF2B5EF4-FFF2-40B4-BE49-F238E27FC236}">
                <a16:creationId xmlns:a16="http://schemas.microsoft.com/office/drawing/2014/main" id="{4132279B-57B1-EEB0-0194-A5EF28D54D36}"/>
              </a:ext>
            </a:extLst>
          </p:cNvPr>
          <p:cNvGrpSpPr/>
          <p:nvPr/>
        </p:nvGrpSpPr>
        <p:grpSpPr>
          <a:xfrm>
            <a:off x="978673" y="3929304"/>
            <a:ext cx="6451142" cy="888960"/>
            <a:chOff x="4404545" y="3301592"/>
            <a:chExt cx="782403" cy="129272"/>
          </a:xfrm>
        </p:grpSpPr>
        <p:sp>
          <p:nvSpPr>
            <p:cNvPr id="19" name="Google Shape;1356;p77">
              <a:extLst>
                <a:ext uri="{FF2B5EF4-FFF2-40B4-BE49-F238E27FC236}">
                  <a16:creationId xmlns:a16="http://schemas.microsoft.com/office/drawing/2014/main" id="{3AB1CA69-1C44-51AA-F061-FFF84E716F8F}"/>
                </a:ext>
              </a:extLst>
            </p:cNvPr>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57;p77">
              <a:extLst>
                <a:ext uri="{FF2B5EF4-FFF2-40B4-BE49-F238E27FC236}">
                  <a16:creationId xmlns:a16="http://schemas.microsoft.com/office/drawing/2014/main" id="{DF919652-6D2A-04B1-4886-473DA87A9C8E}"/>
                </a:ext>
              </a:extLst>
            </p:cNvPr>
            <p:cNvSpPr/>
            <p:nvPr/>
          </p:nvSpPr>
          <p:spPr>
            <a:xfrm>
              <a:off x="4420869" y="3318308"/>
              <a:ext cx="92621" cy="9585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1344;p77">
            <a:extLst>
              <a:ext uri="{FF2B5EF4-FFF2-40B4-BE49-F238E27FC236}">
                <a16:creationId xmlns:a16="http://schemas.microsoft.com/office/drawing/2014/main" id="{5DA1C48E-8711-3DA1-B936-C762911A7432}"/>
              </a:ext>
            </a:extLst>
          </p:cNvPr>
          <p:cNvSpPr/>
          <p:nvPr/>
        </p:nvSpPr>
        <p:spPr>
          <a:xfrm>
            <a:off x="1196214" y="2022543"/>
            <a:ext cx="648874" cy="570477"/>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t>1</a:t>
            </a:r>
            <a:endParaRPr b="1" dirty="0"/>
          </a:p>
        </p:txBody>
      </p:sp>
      <p:sp>
        <p:nvSpPr>
          <p:cNvPr id="28" name="Rectangle: Rounded Corners 27">
            <a:extLst>
              <a:ext uri="{FF2B5EF4-FFF2-40B4-BE49-F238E27FC236}">
                <a16:creationId xmlns:a16="http://schemas.microsoft.com/office/drawing/2014/main" id="{3DB94FEB-CBFB-D67D-CEA1-FDE1A561EFB9}"/>
              </a:ext>
            </a:extLst>
          </p:cNvPr>
          <p:cNvSpPr/>
          <p:nvPr/>
        </p:nvSpPr>
        <p:spPr>
          <a:xfrm>
            <a:off x="1928034" y="1948640"/>
            <a:ext cx="5251068" cy="711610"/>
          </a:xfrm>
          <a:prstGeom prst="roundRect">
            <a:avLst>
              <a:gd name="adj" fmla="val 5000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Cross-Platform Compatibility: Runs on various operating systems (Windows, Mac, Linux, Raspberry Pi, etc.).</a:t>
            </a:r>
            <a:endParaRPr lang="ar-SY" dirty="0"/>
          </a:p>
          <a:p>
            <a:pPr algn="ctr"/>
            <a:endParaRPr lang="en-US" b="1" dirty="0">
              <a:ln w="22225">
                <a:solidFill>
                  <a:schemeClr val="accent2"/>
                </a:solidFill>
                <a:prstDash val="solid"/>
              </a:ln>
              <a:solidFill>
                <a:schemeClr val="accent2">
                  <a:lumMod val="40000"/>
                  <a:lumOff val="60000"/>
                </a:schemeClr>
              </a:solidFill>
            </a:endParaRPr>
          </a:p>
        </p:txBody>
      </p:sp>
      <p:sp>
        <p:nvSpPr>
          <p:cNvPr id="36" name="Google Shape;1344;p77">
            <a:extLst>
              <a:ext uri="{FF2B5EF4-FFF2-40B4-BE49-F238E27FC236}">
                <a16:creationId xmlns:a16="http://schemas.microsoft.com/office/drawing/2014/main" id="{3153DF3A-606D-EA8D-4C98-3AC18BB6CB14}"/>
              </a:ext>
            </a:extLst>
          </p:cNvPr>
          <p:cNvSpPr/>
          <p:nvPr/>
        </p:nvSpPr>
        <p:spPr>
          <a:xfrm>
            <a:off x="1194120" y="3068958"/>
            <a:ext cx="648874" cy="570477"/>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t>2</a:t>
            </a:r>
            <a:endParaRPr b="1" dirty="0"/>
          </a:p>
        </p:txBody>
      </p:sp>
      <p:sp>
        <p:nvSpPr>
          <p:cNvPr id="44" name="Google Shape;1344;p77">
            <a:extLst>
              <a:ext uri="{FF2B5EF4-FFF2-40B4-BE49-F238E27FC236}">
                <a16:creationId xmlns:a16="http://schemas.microsoft.com/office/drawing/2014/main" id="{08F5DDF1-3B1E-F097-F694-AEA971EE0D2D}"/>
              </a:ext>
            </a:extLst>
          </p:cNvPr>
          <p:cNvSpPr/>
          <p:nvPr/>
        </p:nvSpPr>
        <p:spPr>
          <a:xfrm>
            <a:off x="1194120" y="4088866"/>
            <a:ext cx="648874" cy="570477"/>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t>3</a:t>
            </a:r>
            <a:endParaRPr b="1" dirty="0"/>
          </a:p>
        </p:txBody>
      </p:sp>
      <p:sp>
        <p:nvSpPr>
          <p:cNvPr id="46" name="TextBox 45">
            <a:extLst>
              <a:ext uri="{FF2B5EF4-FFF2-40B4-BE49-F238E27FC236}">
                <a16:creationId xmlns:a16="http://schemas.microsoft.com/office/drawing/2014/main" id="{20B7854F-663D-C029-F027-6FCEC2314BF0}"/>
              </a:ext>
            </a:extLst>
          </p:cNvPr>
          <p:cNvSpPr txBox="1"/>
          <p:nvPr/>
        </p:nvSpPr>
        <p:spPr>
          <a:xfrm>
            <a:off x="978672" y="1061854"/>
            <a:ext cx="6439772" cy="1046440"/>
          </a:xfrm>
          <a:prstGeom prst="rect">
            <a:avLst/>
          </a:prstGeom>
          <a:noFill/>
        </p:spPr>
        <p:txBody>
          <a:bodyPr wrap="square">
            <a:spAutoFit/>
          </a:bodyPr>
          <a:lstStyle/>
          <a:p>
            <a:pPr algn="just"/>
            <a:r>
              <a:rPr lang="en-US" sz="1600" dirty="0">
                <a:latin typeface="Traditional Arabic" panose="02020603050405020304" pitchFamily="18" charset="-78"/>
                <a:cs typeface="Traditional Arabic" panose="02020603050405020304" pitchFamily="18" charset="-78"/>
              </a:rPr>
              <a:t>Python was selected as the primary tool for this project due to its versatility and robustness.</a:t>
            </a:r>
          </a:p>
          <a:p>
            <a:pPr algn="just"/>
            <a:r>
              <a:rPr lang="en-US" sz="1600" b="1" dirty="0">
                <a:latin typeface="Traditional Arabic" panose="02020603050405020304" pitchFamily="18" charset="-78"/>
                <a:cs typeface="Traditional Arabic" panose="02020603050405020304" pitchFamily="18" charset="-78"/>
              </a:rPr>
              <a:t>advantages of python: </a:t>
            </a:r>
            <a:endParaRPr lang="ar-SY" sz="1600" b="1" dirty="0">
              <a:latin typeface="Traditional Arabic" panose="02020603050405020304" pitchFamily="18" charset="-78"/>
              <a:cs typeface="Traditional Arabic" panose="02020603050405020304" pitchFamily="18" charset="-78"/>
            </a:endParaRPr>
          </a:p>
          <a:p>
            <a:pPr algn="just"/>
            <a:endParaRPr lang="ar-SY" dirty="0"/>
          </a:p>
        </p:txBody>
      </p:sp>
      <p:pic>
        <p:nvPicPr>
          <p:cNvPr id="1026" name="Picture 2" descr="‪Logo Python&quot; Icon - Download for free – Iconduck‬‏">
            <a:extLst>
              <a:ext uri="{FF2B5EF4-FFF2-40B4-BE49-F238E27FC236}">
                <a16:creationId xmlns:a16="http://schemas.microsoft.com/office/drawing/2014/main" id="{B1C3B670-5569-D1A3-EFBA-6A3253E15F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3" y="586589"/>
            <a:ext cx="472260" cy="44448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27">
            <a:extLst>
              <a:ext uri="{FF2B5EF4-FFF2-40B4-BE49-F238E27FC236}">
                <a16:creationId xmlns:a16="http://schemas.microsoft.com/office/drawing/2014/main" id="{307EDDE6-B7C1-77E6-6D40-00AA6F841D22}"/>
              </a:ext>
            </a:extLst>
          </p:cNvPr>
          <p:cNvSpPr/>
          <p:nvPr/>
        </p:nvSpPr>
        <p:spPr>
          <a:xfrm>
            <a:off x="1923845" y="3010910"/>
            <a:ext cx="5251068" cy="711610"/>
          </a:xfrm>
          <a:prstGeom prst="roundRect">
            <a:avLst>
              <a:gd name="adj" fmla="val 5000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endParaRPr lang="en-US" dirty="0"/>
          </a:p>
          <a:p>
            <a:pPr algn="ctr"/>
            <a:r>
              <a:rPr lang="en-US" dirty="0"/>
              <a:t>Concise Syntax: Allows for writing programs with fewer lines of code.</a:t>
            </a:r>
            <a:endParaRPr lang="ar-SY" dirty="0"/>
          </a:p>
          <a:p>
            <a:pPr algn="ctr"/>
            <a:endParaRPr lang="ar-SY" dirty="0"/>
          </a:p>
          <a:p>
            <a:pPr algn="ctr"/>
            <a:endParaRPr lang="en-US" b="1" dirty="0">
              <a:ln w="22225">
                <a:solidFill>
                  <a:schemeClr val="accent2"/>
                </a:solidFill>
                <a:prstDash val="solid"/>
              </a:ln>
              <a:solidFill>
                <a:schemeClr val="accent2">
                  <a:lumMod val="40000"/>
                  <a:lumOff val="60000"/>
                </a:schemeClr>
              </a:solidFill>
            </a:endParaRPr>
          </a:p>
        </p:txBody>
      </p:sp>
      <p:sp>
        <p:nvSpPr>
          <p:cNvPr id="3" name="Rectangle: Rounded Corners 27">
            <a:extLst>
              <a:ext uri="{FF2B5EF4-FFF2-40B4-BE49-F238E27FC236}">
                <a16:creationId xmlns:a16="http://schemas.microsoft.com/office/drawing/2014/main" id="{2CEB0529-41E3-B3C7-8085-A9F9C3C2567B}"/>
              </a:ext>
            </a:extLst>
          </p:cNvPr>
          <p:cNvSpPr/>
          <p:nvPr/>
        </p:nvSpPr>
        <p:spPr>
          <a:xfrm>
            <a:off x="1923845" y="4044254"/>
            <a:ext cx="5251068" cy="711610"/>
          </a:xfrm>
          <a:prstGeom prst="roundRect">
            <a:avLst>
              <a:gd name="adj" fmla="val 50000"/>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endParaRPr lang="en-US" dirty="0"/>
          </a:p>
          <a:p>
            <a:pPr algn="ctr"/>
            <a:r>
              <a:rPr lang="en-US" dirty="0"/>
              <a:t>Multi-Paradigm Support: Supports procedural, object-oriented, and functional programming.</a:t>
            </a:r>
            <a:endParaRPr lang="ar-SY" dirty="0"/>
          </a:p>
          <a:p>
            <a:pPr algn="ctr"/>
            <a:endParaRPr lang="ar-SY" dirty="0"/>
          </a:p>
          <a:p>
            <a:pPr algn="ctr"/>
            <a:endParaRPr lang="en-US"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663689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AE5A1350-8266-C6A1-349C-B9839D8151A0}"/>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3A0950C6-C12B-FE69-A0BC-B3DC8A411F10}"/>
              </a:ext>
            </a:extLst>
          </p:cNvPr>
          <p:cNvSpPr txBox="1">
            <a:spLocks noGrp="1"/>
          </p:cNvSpPr>
          <p:nvPr>
            <p:ph type="title"/>
          </p:nvPr>
        </p:nvSpPr>
        <p:spPr>
          <a:xfrm>
            <a:off x="498454" y="366943"/>
            <a:ext cx="6942574" cy="572700"/>
          </a:xfrm>
          <a:prstGeom prst="rect">
            <a:avLst/>
          </a:prstGeom>
        </p:spPr>
        <p:txBody>
          <a:bodyPr spcFirstLastPara="1" wrap="square" lIns="91425" tIns="91425" rIns="91425" bIns="91425" anchor="t" anchorCtr="0">
            <a:noAutofit/>
          </a:bodyPr>
          <a:lstStyle/>
          <a:p>
            <a:r>
              <a:rPr lang="en-ID" sz="3200" b="1" cap="all" dirty="0"/>
              <a:t>Deep Learning ALGORITHMS:</a:t>
            </a:r>
            <a:endParaRPr lang="en-ID" sz="3200" b="0" cap="all" dirty="0"/>
          </a:p>
        </p:txBody>
      </p:sp>
      <p:grpSp>
        <p:nvGrpSpPr>
          <p:cNvPr id="5" name="Group 4">
            <a:extLst>
              <a:ext uri="{FF2B5EF4-FFF2-40B4-BE49-F238E27FC236}">
                <a16:creationId xmlns:a16="http://schemas.microsoft.com/office/drawing/2014/main" id="{D2454E2E-7720-5DC2-1D07-F16A9DBB73D1}"/>
              </a:ext>
            </a:extLst>
          </p:cNvPr>
          <p:cNvGrpSpPr/>
          <p:nvPr/>
        </p:nvGrpSpPr>
        <p:grpSpPr>
          <a:xfrm>
            <a:off x="1508986" y="1013661"/>
            <a:ext cx="6126028" cy="3618270"/>
            <a:chOff x="203288" y="0"/>
            <a:chExt cx="8737424" cy="4987348"/>
          </a:xfrm>
        </p:grpSpPr>
        <p:grpSp>
          <p:nvGrpSpPr>
            <p:cNvPr id="6" name="Group 5">
              <a:extLst>
                <a:ext uri="{FF2B5EF4-FFF2-40B4-BE49-F238E27FC236}">
                  <a16:creationId xmlns:a16="http://schemas.microsoft.com/office/drawing/2014/main" id="{03807DBF-D00E-6E97-3F4A-877EECF4069E}"/>
                </a:ext>
              </a:extLst>
            </p:cNvPr>
            <p:cNvGrpSpPr/>
            <p:nvPr/>
          </p:nvGrpSpPr>
          <p:grpSpPr>
            <a:xfrm>
              <a:off x="203288" y="0"/>
              <a:ext cx="8737424" cy="4987348"/>
              <a:chOff x="203288" y="78076"/>
              <a:chExt cx="8737424" cy="4987348"/>
            </a:xfrm>
          </p:grpSpPr>
          <p:pic>
            <p:nvPicPr>
              <p:cNvPr id="10" name="Picture 4" descr="figure 6">
                <a:extLst>
                  <a:ext uri="{FF2B5EF4-FFF2-40B4-BE49-F238E27FC236}">
                    <a16:creationId xmlns:a16="http://schemas.microsoft.com/office/drawing/2014/main" id="{70D4164E-2B61-B8A8-F141-104416590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88" y="78076"/>
                <a:ext cx="8737424" cy="498734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E64FEE0F-30AE-D897-D26E-51FCA8E0F0C4}"/>
                  </a:ext>
                </a:extLst>
              </p:cNvPr>
              <p:cNvSpPr/>
              <p:nvPr/>
            </p:nvSpPr>
            <p:spPr>
              <a:xfrm>
                <a:off x="203288" y="1185334"/>
                <a:ext cx="1072357" cy="5192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grpSp>
        <p:sp>
          <p:nvSpPr>
            <p:cNvPr id="7" name="Rectangle 6">
              <a:extLst>
                <a:ext uri="{FF2B5EF4-FFF2-40B4-BE49-F238E27FC236}">
                  <a16:creationId xmlns:a16="http://schemas.microsoft.com/office/drawing/2014/main" id="{87DA641C-F8FB-FF8F-1177-F49A343307D1}"/>
                </a:ext>
              </a:extLst>
            </p:cNvPr>
            <p:cNvSpPr/>
            <p:nvPr/>
          </p:nvSpPr>
          <p:spPr>
            <a:xfrm>
              <a:off x="1693333" y="2370667"/>
              <a:ext cx="869245" cy="3612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 name="Rectangle 7">
              <a:extLst>
                <a:ext uri="{FF2B5EF4-FFF2-40B4-BE49-F238E27FC236}">
                  <a16:creationId xmlns:a16="http://schemas.microsoft.com/office/drawing/2014/main" id="{54FFF74E-00E7-FCAF-168C-33745F6E9A40}"/>
                </a:ext>
              </a:extLst>
            </p:cNvPr>
            <p:cNvSpPr/>
            <p:nvPr/>
          </p:nvSpPr>
          <p:spPr>
            <a:xfrm>
              <a:off x="1693332" y="2889954"/>
              <a:ext cx="869245" cy="4402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 name="Rectangle 8">
              <a:extLst>
                <a:ext uri="{FF2B5EF4-FFF2-40B4-BE49-F238E27FC236}">
                  <a16:creationId xmlns:a16="http://schemas.microsoft.com/office/drawing/2014/main" id="{73DAABA6-4ADD-E87C-B40F-666B2A46500D}"/>
                </a:ext>
              </a:extLst>
            </p:cNvPr>
            <p:cNvSpPr/>
            <p:nvPr/>
          </p:nvSpPr>
          <p:spPr>
            <a:xfrm>
              <a:off x="1693332" y="3832577"/>
              <a:ext cx="869245" cy="2765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grpSp>
    </p:spTree>
    <p:extLst>
      <p:ext uri="{BB962C8B-B14F-4D97-AF65-F5344CB8AC3E}">
        <p14:creationId xmlns:p14="http://schemas.microsoft.com/office/powerpoint/2010/main" val="905773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F744DC49-A73B-D1F7-CFDB-5C8A54FCCC7F}"/>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9029F0FE-1DC8-4801-D087-365745918A01}"/>
              </a:ext>
            </a:extLst>
          </p:cNvPr>
          <p:cNvSpPr txBox="1">
            <a:spLocks noGrp="1"/>
          </p:cNvSpPr>
          <p:nvPr>
            <p:ph type="title"/>
          </p:nvPr>
        </p:nvSpPr>
        <p:spPr>
          <a:xfrm>
            <a:off x="308732" y="467430"/>
            <a:ext cx="9027504" cy="572700"/>
          </a:xfrm>
          <a:prstGeom prst="rect">
            <a:avLst/>
          </a:prstGeom>
        </p:spPr>
        <p:txBody>
          <a:bodyPr spcFirstLastPara="1" wrap="square" lIns="91425" tIns="91425" rIns="91425" bIns="91425" anchor="t" anchorCtr="0">
            <a:noAutofit/>
          </a:bodyPr>
          <a:lstStyle/>
          <a:p>
            <a:r>
              <a:rPr lang="en-ID" sz="3200" b="1" cap="all" dirty="0"/>
              <a:t>Deep Learning </a:t>
            </a:r>
            <a:r>
              <a:rPr lang="en-ID" sz="3200" b="0" cap="all" dirty="0"/>
              <a:t>(CNN Algorithm)</a:t>
            </a:r>
          </a:p>
        </p:txBody>
      </p:sp>
      <p:graphicFrame>
        <p:nvGraphicFramePr>
          <p:cNvPr id="2" name="Table 1">
            <a:extLst>
              <a:ext uri="{FF2B5EF4-FFF2-40B4-BE49-F238E27FC236}">
                <a16:creationId xmlns:a16="http://schemas.microsoft.com/office/drawing/2014/main" id="{D11E9CAD-1130-90B5-11E4-41404D959328}"/>
              </a:ext>
            </a:extLst>
          </p:cNvPr>
          <p:cNvGraphicFramePr>
            <a:graphicFrameLocks noGrp="1"/>
          </p:cNvGraphicFramePr>
          <p:nvPr>
            <p:extLst>
              <p:ext uri="{D42A27DB-BD31-4B8C-83A1-F6EECF244321}">
                <p14:modId xmlns:p14="http://schemas.microsoft.com/office/powerpoint/2010/main" val="1970008042"/>
              </p:ext>
            </p:extLst>
          </p:nvPr>
        </p:nvGraphicFramePr>
        <p:xfrm>
          <a:off x="720000" y="1271220"/>
          <a:ext cx="7704000" cy="79242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Definition</a:t>
                      </a:r>
                      <a:r>
                        <a:rPr lang="en-US" dirty="0"/>
                        <a:t>: </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0" lvl="0" indent="0" algn="l" rtl="0">
                        <a:spcBef>
                          <a:spcPts val="0"/>
                        </a:spcBef>
                        <a:spcAft>
                          <a:spcPts val="0"/>
                        </a:spcAft>
                        <a:buFont typeface="Arial" panose="020B0604020202020204" pitchFamily="34" charset="0"/>
                        <a:buNone/>
                      </a:pPr>
                      <a:r>
                        <a:rPr lang="en-US" dirty="0"/>
                        <a:t>A specialized neural network model designed for processing grid-like data, such as images.</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3" name="Table 2">
            <a:extLst>
              <a:ext uri="{FF2B5EF4-FFF2-40B4-BE49-F238E27FC236}">
                <a16:creationId xmlns:a16="http://schemas.microsoft.com/office/drawing/2014/main" id="{285AFD75-2696-2539-BE3F-90D30D093449}"/>
              </a:ext>
            </a:extLst>
          </p:cNvPr>
          <p:cNvGraphicFramePr>
            <a:graphicFrameLocks noGrp="1"/>
          </p:cNvGraphicFramePr>
          <p:nvPr>
            <p:extLst>
              <p:ext uri="{D42A27DB-BD31-4B8C-83A1-F6EECF244321}">
                <p14:modId xmlns:p14="http://schemas.microsoft.com/office/powerpoint/2010/main" val="3949602387"/>
              </p:ext>
            </p:extLst>
          </p:nvPr>
        </p:nvGraphicFramePr>
        <p:xfrm>
          <a:off x="720000" y="2220900"/>
          <a:ext cx="7704000" cy="100578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Function</a:t>
                      </a:r>
                      <a:r>
                        <a:rPr lang="en-US" dirty="0"/>
                        <a:t>: </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0" lvl="0" indent="0" algn="l" rtl="0">
                        <a:spcBef>
                          <a:spcPts val="0"/>
                        </a:spcBef>
                        <a:spcAft>
                          <a:spcPts val="0"/>
                        </a:spcAft>
                        <a:buFont typeface="Arial" panose="020B0604020202020204" pitchFamily="34" charset="0"/>
                        <a:buNone/>
                      </a:pPr>
                      <a:r>
                        <a:rPr lang="en-US" dirty="0"/>
                        <a:t>Utilizes convolutional layers to automatically detect and learn spatial hierarchies of features in the input data.</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4" name="Table 3">
            <a:extLst>
              <a:ext uri="{FF2B5EF4-FFF2-40B4-BE49-F238E27FC236}">
                <a16:creationId xmlns:a16="http://schemas.microsoft.com/office/drawing/2014/main" id="{E0A53D15-B2AF-3575-39AC-058464E0F4A8}"/>
              </a:ext>
            </a:extLst>
          </p:cNvPr>
          <p:cNvGraphicFramePr>
            <a:graphicFrameLocks noGrp="1"/>
          </p:cNvGraphicFramePr>
          <p:nvPr>
            <p:extLst>
              <p:ext uri="{D42A27DB-BD31-4B8C-83A1-F6EECF244321}">
                <p14:modId xmlns:p14="http://schemas.microsoft.com/office/powerpoint/2010/main" val="1569910560"/>
              </p:ext>
            </p:extLst>
          </p:nvPr>
        </p:nvGraphicFramePr>
        <p:xfrm>
          <a:off x="720000" y="3383940"/>
          <a:ext cx="7704000" cy="100578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Benefits:</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633413" lvl="0" indent="-342900" algn="l" rtl="0">
                        <a:spcBef>
                          <a:spcPts val="0"/>
                        </a:spcBef>
                        <a:spcAft>
                          <a:spcPts val="0"/>
                        </a:spcAft>
                        <a:buFont typeface="+mj-lt"/>
                        <a:buAutoNum type="arabicPeriod"/>
                      </a:pPr>
                      <a:r>
                        <a:rPr lang="en-US" dirty="0"/>
                        <a:t>Achieves high accuracy in image classification and object detection tasks.</a:t>
                      </a:r>
                    </a:p>
                    <a:p>
                      <a:pPr marL="633413" lvl="0" indent="-342900" algn="l" rtl="0">
                        <a:spcBef>
                          <a:spcPts val="0"/>
                        </a:spcBef>
                        <a:spcAft>
                          <a:spcPts val="0"/>
                        </a:spcAft>
                        <a:buFont typeface="+mj-lt"/>
                        <a:buAutoNum type="arabicPeriod"/>
                      </a:pPr>
                      <a:r>
                        <a:rPr lang="en-US" dirty="0"/>
                        <a:t>Reduces the need for manual feature extraction, allowing for end-to-end training.</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spTree>
    <p:extLst>
      <p:ext uri="{BB962C8B-B14F-4D97-AF65-F5344CB8AC3E}">
        <p14:creationId xmlns:p14="http://schemas.microsoft.com/office/powerpoint/2010/main" val="2916153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2E136CEA-9AC8-C5F9-D61C-FD3DF622B3D9}"/>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C39C5118-BD40-6BE2-8186-65CCAE750586}"/>
              </a:ext>
            </a:extLst>
          </p:cNvPr>
          <p:cNvSpPr txBox="1">
            <a:spLocks noGrp="1"/>
          </p:cNvSpPr>
          <p:nvPr>
            <p:ph type="title"/>
          </p:nvPr>
        </p:nvSpPr>
        <p:spPr>
          <a:xfrm>
            <a:off x="325734" y="481601"/>
            <a:ext cx="9027504" cy="572700"/>
          </a:xfrm>
          <a:prstGeom prst="rect">
            <a:avLst/>
          </a:prstGeom>
        </p:spPr>
        <p:txBody>
          <a:bodyPr spcFirstLastPara="1" wrap="square" lIns="91425" tIns="91425" rIns="91425" bIns="91425" anchor="t" anchorCtr="0">
            <a:noAutofit/>
          </a:bodyPr>
          <a:lstStyle/>
          <a:p>
            <a:r>
              <a:rPr lang="en-ID" sz="3200" b="1" cap="all" dirty="0"/>
              <a:t>Deep Learning </a:t>
            </a:r>
            <a:r>
              <a:rPr lang="en-ID" sz="3200" b="0" cap="all" dirty="0"/>
              <a:t>(CNN Algorithm)</a:t>
            </a:r>
          </a:p>
        </p:txBody>
      </p:sp>
      <p:grpSp>
        <p:nvGrpSpPr>
          <p:cNvPr id="4" name="Group 3">
            <a:extLst>
              <a:ext uri="{FF2B5EF4-FFF2-40B4-BE49-F238E27FC236}">
                <a16:creationId xmlns:a16="http://schemas.microsoft.com/office/drawing/2014/main" id="{D1DB8D6A-EAA6-333C-1D44-71F902C57543}"/>
              </a:ext>
            </a:extLst>
          </p:cNvPr>
          <p:cNvGrpSpPr/>
          <p:nvPr/>
        </p:nvGrpSpPr>
        <p:grpSpPr>
          <a:xfrm>
            <a:off x="1543623" y="1356575"/>
            <a:ext cx="6056753" cy="2715240"/>
            <a:chOff x="1114170" y="250698"/>
            <a:chExt cx="7298921" cy="3434683"/>
          </a:xfrm>
        </p:grpSpPr>
        <p:grpSp>
          <p:nvGrpSpPr>
            <p:cNvPr id="5" name="Google Shape;890;p56">
              <a:extLst>
                <a:ext uri="{FF2B5EF4-FFF2-40B4-BE49-F238E27FC236}">
                  <a16:creationId xmlns:a16="http://schemas.microsoft.com/office/drawing/2014/main" id="{4B07E624-77C0-7CB5-6566-F077844431B4}"/>
                </a:ext>
              </a:extLst>
            </p:cNvPr>
            <p:cNvGrpSpPr/>
            <p:nvPr/>
          </p:nvGrpSpPr>
          <p:grpSpPr>
            <a:xfrm rot="16200000">
              <a:off x="3046289" y="-1681421"/>
              <a:ext cx="3434683" cy="7298921"/>
              <a:chOff x="5186401" y="494525"/>
              <a:chExt cx="1834973" cy="3724678"/>
            </a:xfrm>
          </p:grpSpPr>
          <p:sp>
            <p:nvSpPr>
              <p:cNvPr id="7" name="Google Shape;891;p56">
                <a:extLst>
                  <a:ext uri="{FF2B5EF4-FFF2-40B4-BE49-F238E27FC236}">
                    <a16:creationId xmlns:a16="http://schemas.microsoft.com/office/drawing/2014/main" id="{A8C34B60-4905-3523-E574-3F61B4631BB0}"/>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92;p56">
                <a:extLst>
                  <a:ext uri="{FF2B5EF4-FFF2-40B4-BE49-F238E27FC236}">
                    <a16:creationId xmlns:a16="http://schemas.microsoft.com/office/drawing/2014/main" id="{924E27E9-F455-53EA-507E-50B9240D03B8}"/>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4" descr="Introduction to Convolution Neural Network - GeeksforGeeks">
              <a:extLst>
                <a:ext uri="{FF2B5EF4-FFF2-40B4-BE49-F238E27FC236}">
                  <a16:creationId xmlns:a16="http://schemas.microsoft.com/office/drawing/2014/main" id="{D9AB8008-2992-703F-FC68-186B600B55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0940" y="420336"/>
              <a:ext cx="6966379" cy="309540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4698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2AE4EBE8-4BCA-E044-643D-CF25F70353AB}"/>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ECB9BCE7-5961-AF69-4092-3BEB7A85E661}"/>
              </a:ext>
            </a:extLst>
          </p:cNvPr>
          <p:cNvSpPr txBox="1">
            <a:spLocks noGrp="1"/>
          </p:cNvSpPr>
          <p:nvPr>
            <p:ph type="title"/>
          </p:nvPr>
        </p:nvSpPr>
        <p:spPr>
          <a:xfrm>
            <a:off x="325734" y="481601"/>
            <a:ext cx="9027504" cy="572700"/>
          </a:xfrm>
          <a:prstGeom prst="rect">
            <a:avLst/>
          </a:prstGeom>
        </p:spPr>
        <p:txBody>
          <a:bodyPr spcFirstLastPara="1" wrap="square" lIns="91425" tIns="91425" rIns="91425" bIns="91425" anchor="t" anchorCtr="0">
            <a:noAutofit/>
          </a:bodyPr>
          <a:lstStyle/>
          <a:p>
            <a:r>
              <a:rPr lang="en-ID" sz="3200" b="1" cap="all" dirty="0"/>
              <a:t>Deep Learning </a:t>
            </a:r>
            <a:r>
              <a:rPr lang="en-ID" sz="3200" b="0" cap="all" dirty="0"/>
              <a:t>(BiLSTM Algorithm)</a:t>
            </a:r>
          </a:p>
        </p:txBody>
      </p:sp>
      <p:graphicFrame>
        <p:nvGraphicFramePr>
          <p:cNvPr id="2" name="Table 1">
            <a:extLst>
              <a:ext uri="{FF2B5EF4-FFF2-40B4-BE49-F238E27FC236}">
                <a16:creationId xmlns:a16="http://schemas.microsoft.com/office/drawing/2014/main" id="{0426A8C5-A5E8-3528-D395-2FD48395EADE}"/>
              </a:ext>
            </a:extLst>
          </p:cNvPr>
          <p:cNvGraphicFramePr>
            <a:graphicFrameLocks noGrp="1"/>
          </p:cNvGraphicFramePr>
          <p:nvPr>
            <p:extLst>
              <p:ext uri="{D42A27DB-BD31-4B8C-83A1-F6EECF244321}">
                <p14:modId xmlns:p14="http://schemas.microsoft.com/office/powerpoint/2010/main" val="371254341"/>
              </p:ext>
            </p:extLst>
          </p:nvPr>
        </p:nvGraphicFramePr>
        <p:xfrm>
          <a:off x="654172" y="1222366"/>
          <a:ext cx="7704000" cy="79242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Definition</a:t>
                      </a:r>
                      <a:r>
                        <a:rPr lang="en-US" dirty="0"/>
                        <a:t>: </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0" lvl="0" indent="0" algn="l" rtl="0">
                        <a:spcBef>
                          <a:spcPts val="0"/>
                        </a:spcBef>
                        <a:spcAft>
                          <a:spcPts val="0"/>
                        </a:spcAft>
                        <a:buNone/>
                      </a:pPr>
                      <a:r>
                        <a:rPr lang="en-US" dirty="0"/>
                        <a:t>A neural network model used for sequential data processing.</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3" name="Table 2">
            <a:extLst>
              <a:ext uri="{FF2B5EF4-FFF2-40B4-BE49-F238E27FC236}">
                <a16:creationId xmlns:a16="http://schemas.microsoft.com/office/drawing/2014/main" id="{2EF2BF4C-A2AA-9300-BFDF-02D9F3559EAE}"/>
              </a:ext>
            </a:extLst>
          </p:cNvPr>
          <p:cNvGraphicFramePr>
            <a:graphicFrameLocks noGrp="1"/>
          </p:cNvGraphicFramePr>
          <p:nvPr>
            <p:extLst>
              <p:ext uri="{D42A27DB-BD31-4B8C-83A1-F6EECF244321}">
                <p14:modId xmlns:p14="http://schemas.microsoft.com/office/powerpoint/2010/main" val="3091663452"/>
              </p:ext>
            </p:extLst>
          </p:nvPr>
        </p:nvGraphicFramePr>
        <p:xfrm>
          <a:off x="654172" y="2182851"/>
          <a:ext cx="7704000" cy="79242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Function</a:t>
                      </a:r>
                      <a:r>
                        <a:rPr lang="en-US" dirty="0"/>
                        <a:t>: </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0" lvl="0" indent="0" algn="l" rtl="0">
                        <a:spcBef>
                          <a:spcPts val="0"/>
                        </a:spcBef>
                        <a:spcAft>
                          <a:spcPts val="0"/>
                        </a:spcAft>
                        <a:buNone/>
                      </a:pPr>
                      <a:r>
                        <a:rPr lang="en-US" dirty="0"/>
                        <a:t>Learns representations from data in both forward and backward directions.</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4" name="Table 3">
            <a:extLst>
              <a:ext uri="{FF2B5EF4-FFF2-40B4-BE49-F238E27FC236}">
                <a16:creationId xmlns:a16="http://schemas.microsoft.com/office/drawing/2014/main" id="{D09A64FE-A3E8-24F5-68F8-A1FA0EFAEECC}"/>
              </a:ext>
            </a:extLst>
          </p:cNvPr>
          <p:cNvGraphicFramePr>
            <a:graphicFrameLocks noGrp="1"/>
          </p:cNvGraphicFramePr>
          <p:nvPr>
            <p:extLst>
              <p:ext uri="{D42A27DB-BD31-4B8C-83A1-F6EECF244321}">
                <p14:modId xmlns:p14="http://schemas.microsoft.com/office/powerpoint/2010/main" val="922896267"/>
              </p:ext>
            </p:extLst>
          </p:nvPr>
        </p:nvGraphicFramePr>
        <p:xfrm>
          <a:off x="654172" y="3143336"/>
          <a:ext cx="7704000" cy="121914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Benefits:</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342900" lvl="0" indent="-342900" algn="l" rtl="0">
                        <a:spcBef>
                          <a:spcPts val="0"/>
                        </a:spcBef>
                        <a:spcAft>
                          <a:spcPts val="0"/>
                        </a:spcAft>
                        <a:buFont typeface="+mj-lt"/>
                        <a:buAutoNum type="arabicPeriod"/>
                      </a:pPr>
                      <a:r>
                        <a:rPr lang="en-US" sz="1400" b="0" i="0" u="none" strike="noStrike" cap="none" dirty="0">
                          <a:solidFill>
                            <a:srgbClr val="000000"/>
                          </a:solidFill>
                          <a:latin typeface="Arial"/>
                          <a:cs typeface="Arial"/>
                          <a:sym typeface="Arial"/>
                        </a:rPr>
                        <a:t>Enhances prediction accuracy by leveraging contextual information from both past and future.</a:t>
                      </a:r>
                    </a:p>
                    <a:p>
                      <a:pPr marL="342900" lvl="0" indent="-342900" algn="l" rtl="0">
                        <a:spcBef>
                          <a:spcPts val="0"/>
                        </a:spcBef>
                        <a:spcAft>
                          <a:spcPts val="0"/>
                        </a:spcAft>
                        <a:buFont typeface="+mj-lt"/>
                        <a:buAutoNum type="arabicPeriod"/>
                      </a:pPr>
                      <a:r>
                        <a:rPr lang="en-US" sz="1400" b="0" i="0" u="none" strike="noStrike" cap="none" dirty="0">
                          <a:solidFill>
                            <a:srgbClr val="000000"/>
                          </a:solidFill>
                          <a:latin typeface="Arial"/>
                          <a:cs typeface="Arial"/>
                          <a:sym typeface="Arial"/>
                        </a:rPr>
                        <a:t>Highly effective in tasks such as machine translation and sentiment analysis.</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spTree>
    <p:extLst>
      <p:ext uri="{BB962C8B-B14F-4D97-AF65-F5344CB8AC3E}">
        <p14:creationId xmlns:p14="http://schemas.microsoft.com/office/powerpoint/2010/main" val="3183631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F166CE47-4025-72B3-EE33-00C3B5C6FB29}"/>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37B02901-7764-6465-76BA-E7217C27CB4A}"/>
              </a:ext>
            </a:extLst>
          </p:cNvPr>
          <p:cNvSpPr txBox="1">
            <a:spLocks noGrp="1"/>
          </p:cNvSpPr>
          <p:nvPr>
            <p:ph type="title"/>
          </p:nvPr>
        </p:nvSpPr>
        <p:spPr>
          <a:xfrm>
            <a:off x="325734" y="481601"/>
            <a:ext cx="9027504" cy="572700"/>
          </a:xfrm>
          <a:prstGeom prst="rect">
            <a:avLst/>
          </a:prstGeom>
        </p:spPr>
        <p:txBody>
          <a:bodyPr spcFirstLastPara="1" wrap="square" lIns="91425" tIns="91425" rIns="91425" bIns="91425" anchor="t" anchorCtr="0">
            <a:noAutofit/>
          </a:bodyPr>
          <a:lstStyle/>
          <a:p>
            <a:r>
              <a:rPr lang="en-ID" sz="3200" b="1" cap="all" dirty="0"/>
              <a:t>Deep Learning </a:t>
            </a:r>
            <a:r>
              <a:rPr lang="en-ID" sz="3200" b="0" cap="all" dirty="0"/>
              <a:t>(BiLSTM Algorithm)</a:t>
            </a:r>
          </a:p>
        </p:txBody>
      </p:sp>
      <p:grpSp>
        <p:nvGrpSpPr>
          <p:cNvPr id="5" name="Group 4">
            <a:extLst>
              <a:ext uri="{FF2B5EF4-FFF2-40B4-BE49-F238E27FC236}">
                <a16:creationId xmlns:a16="http://schemas.microsoft.com/office/drawing/2014/main" id="{49A71EC3-C298-BB07-5BC8-1D1235F8BAD2}"/>
              </a:ext>
            </a:extLst>
          </p:cNvPr>
          <p:cNvGrpSpPr/>
          <p:nvPr/>
        </p:nvGrpSpPr>
        <p:grpSpPr>
          <a:xfrm>
            <a:off x="1609343" y="1328149"/>
            <a:ext cx="5925313" cy="3333750"/>
            <a:chOff x="1792224" y="250696"/>
            <a:chExt cx="5925313" cy="3333750"/>
          </a:xfrm>
        </p:grpSpPr>
        <p:grpSp>
          <p:nvGrpSpPr>
            <p:cNvPr id="6" name="Google Shape;890;p56">
              <a:extLst>
                <a:ext uri="{FF2B5EF4-FFF2-40B4-BE49-F238E27FC236}">
                  <a16:creationId xmlns:a16="http://schemas.microsoft.com/office/drawing/2014/main" id="{30C770B4-35EE-8760-95BE-210B5D114EB1}"/>
                </a:ext>
              </a:extLst>
            </p:cNvPr>
            <p:cNvGrpSpPr/>
            <p:nvPr/>
          </p:nvGrpSpPr>
          <p:grpSpPr>
            <a:xfrm rot="16200000">
              <a:off x="3088006" y="-1045086"/>
              <a:ext cx="3333750" cy="5925313"/>
              <a:chOff x="5186401" y="494525"/>
              <a:chExt cx="1834973" cy="3724678"/>
            </a:xfrm>
          </p:grpSpPr>
          <p:sp>
            <p:nvSpPr>
              <p:cNvPr id="8" name="Google Shape;891;p56">
                <a:extLst>
                  <a:ext uri="{FF2B5EF4-FFF2-40B4-BE49-F238E27FC236}">
                    <a16:creationId xmlns:a16="http://schemas.microsoft.com/office/drawing/2014/main" id="{7B2A2548-51B2-C5B6-17E4-56F127825568}"/>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92;p56">
                <a:extLst>
                  <a:ext uri="{FF2B5EF4-FFF2-40B4-BE49-F238E27FC236}">
                    <a16:creationId xmlns:a16="http://schemas.microsoft.com/office/drawing/2014/main" id="{1F1F8AFA-576C-B19A-40FA-3DCFA0804441}"/>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2" descr="‪BiLSTM Explained | Papers With Code‬‏">
              <a:extLst>
                <a:ext uri="{FF2B5EF4-FFF2-40B4-BE49-F238E27FC236}">
                  <a16:creationId xmlns:a16="http://schemas.microsoft.com/office/drawing/2014/main" id="{25E80637-BDF3-C80F-054F-B2551EB649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7854" y="472296"/>
              <a:ext cx="5591552" cy="29330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08187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0D3D41F7-F859-F8CC-1B6E-DA5400E4A0ED}"/>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993EBA05-AEFB-D378-89DC-1DD2E8E353DF}"/>
              </a:ext>
            </a:extLst>
          </p:cNvPr>
          <p:cNvSpPr txBox="1">
            <a:spLocks noGrp="1"/>
          </p:cNvSpPr>
          <p:nvPr>
            <p:ph type="title"/>
          </p:nvPr>
        </p:nvSpPr>
        <p:spPr>
          <a:xfrm>
            <a:off x="325734" y="481601"/>
            <a:ext cx="9027504" cy="572700"/>
          </a:xfrm>
          <a:prstGeom prst="rect">
            <a:avLst/>
          </a:prstGeom>
        </p:spPr>
        <p:txBody>
          <a:bodyPr spcFirstLastPara="1" wrap="square" lIns="91425" tIns="91425" rIns="91425" bIns="91425" anchor="t" anchorCtr="0">
            <a:noAutofit/>
          </a:bodyPr>
          <a:lstStyle/>
          <a:p>
            <a:r>
              <a:rPr lang="en-ID" sz="3200" b="1" cap="all" dirty="0"/>
              <a:t>CNN-</a:t>
            </a:r>
            <a:r>
              <a:rPr lang="en-ID" sz="3200" b="1" cap="all" dirty="0" err="1"/>
              <a:t>BiLSTM</a:t>
            </a:r>
            <a:r>
              <a:rPr lang="en-ID" sz="3200" b="1" cap="all" dirty="0"/>
              <a:t> Algorithm:</a:t>
            </a:r>
            <a:endParaRPr lang="en-ID" sz="3200" b="0" cap="all" dirty="0"/>
          </a:p>
        </p:txBody>
      </p:sp>
      <p:graphicFrame>
        <p:nvGraphicFramePr>
          <p:cNvPr id="2" name="Table 1">
            <a:extLst>
              <a:ext uri="{FF2B5EF4-FFF2-40B4-BE49-F238E27FC236}">
                <a16:creationId xmlns:a16="http://schemas.microsoft.com/office/drawing/2014/main" id="{1FEE9340-71E5-3EFB-AA34-3B4FFDD96E45}"/>
              </a:ext>
            </a:extLst>
          </p:cNvPr>
          <p:cNvGraphicFramePr>
            <a:graphicFrameLocks noGrp="1"/>
          </p:cNvGraphicFramePr>
          <p:nvPr>
            <p:extLst>
              <p:ext uri="{D42A27DB-BD31-4B8C-83A1-F6EECF244321}">
                <p14:modId xmlns:p14="http://schemas.microsoft.com/office/powerpoint/2010/main" val="3489217064"/>
              </p:ext>
            </p:extLst>
          </p:nvPr>
        </p:nvGraphicFramePr>
        <p:xfrm>
          <a:off x="654172" y="1309346"/>
          <a:ext cx="7704000" cy="79242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Definition</a:t>
                      </a:r>
                      <a:r>
                        <a:rPr lang="en-US" dirty="0"/>
                        <a:t>: </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0" lvl="0" indent="0" algn="l" rtl="0">
                        <a:spcBef>
                          <a:spcPts val="0"/>
                        </a:spcBef>
                        <a:spcAft>
                          <a:spcPts val="0"/>
                        </a:spcAft>
                        <a:buNone/>
                      </a:pPr>
                      <a:r>
                        <a:rPr lang="en-US" dirty="0"/>
                        <a:t>A hybrid model that combines CNNs for feature extraction with </a:t>
                      </a:r>
                      <a:r>
                        <a:rPr lang="en-US" dirty="0" err="1"/>
                        <a:t>BiLSTM</a:t>
                      </a:r>
                      <a:r>
                        <a:rPr lang="en-US" dirty="0"/>
                        <a:t> for sequence modeling.</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3" name="Table 2">
            <a:extLst>
              <a:ext uri="{FF2B5EF4-FFF2-40B4-BE49-F238E27FC236}">
                <a16:creationId xmlns:a16="http://schemas.microsoft.com/office/drawing/2014/main" id="{2B45C65C-802D-DF83-15F6-6DF57FA78287}"/>
              </a:ext>
            </a:extLst>
          </p:cNvPr>
          <p:cNvGraphicFramePr>
            <a:graphicFrameLocks noGrp="1"/>
          </p:cNvGraphicFramePr>
          <p:nvPr>
            <p:extLst>
              <p:ext uri="{D42A27DB-BD31-4B8C-83A1-F6EECF244321}">
                <p14:modId xmlns:p14="http://schemas.microsoft.com/office/powerpoint/2010/main" val="1216174232"/>
              </p:ext>
            </p:extLst>
          </p:nvPr>
        </p:nvGraphicFramePr>
        <p:xfrm>
          <a:off x="654172" y="2245850"/>
          <a:ext cx="7704000" cy="100578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Function</a:t>
                      </a:r>
                      <a:r>
                        <a:rPr lang="en-US" dirty="0"/>
                        <a:t>: </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0" lvl="0" indent="0" algn="l" rtl="0">
                        <a:spcBef>
                          <a:spcPts val="0"/>
                        </a:spcBef>
                        <a:spcAft>
                          <a:spcPts val="0"/>
                        </a:spcAft>
                        <a:buNone/>
                      </a:pPr>
                      <a:r>
                        <a:rPr lang="en-US" dirty="0"/>
                        <a:t>Uses convolutional layers to capture spatial features from input data, followed by </a:t>
                      </a:r>
                      <a:r>
                        <a:rPr lang="en-US" dirty="0" err="1"/>
                        <a:t>BiLSTM</a:t>
                      </a:r>
                      <a:r>
                        <a:rPr lang="en-US" dirty="0"/>
                        <a:t> layers to learn temporal dependencies in both directions.</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4" name="Table 3">
            <a:extLst>
              <a:ext uri="{FF2B5EF4-FFF2-40B4-BE49-F238E27FC236}">
                <a16:creationId xmlns:a16="http://schemas.microsoft.com/office/drawing/2014/main" id="{3B24EA18-49FC-88F7-8D84-06946A270879}"/>
              </a:ext>
            </a:extLst>
          </p:cNvPr>
          <p:cNvGraphicFramePr>
            <a:graphicFrameLocks noGrp="1"/>
          </p:cNvGraphicFramePr>
          <p:nvPr>
            <p:extLst>
              <p:ext uri="{D42A27DB-BD31-4B8C-83A1-F6EECF244321}">
                <p14:modId xmlns:p14="http://schemas.microsoft.com/office/powerpoint/2010/main" val="3195371404"/>
              </p:ext>
            </p:extLst>
          </p:nvPr>
        </p:nvGraphicFramePr>
        <p:xfrm>
          <a:off x="654172" y="3395714"/>
          <a:ext cx="7704000" cy="1219140"/>
        </p:xfrm>
        <a:graphic>
          <a:graphicData uri="http://schemas.openxmlformats.org/drawingml/2006/table">
            <a:tbl>
              <a:tblPr>
                <a:noFill/>
                <a:tableStyleId>{727AAC60-A749-498C-8D30-4CF4B73C1815}</a:tableStyleId>
              </a:tblPr>
              <a:tblGrid>
                <a:gridCol w="7704000">
                  <a:extLst>
                    <a:ext uri="{9D8B030D-6E8A-4147-A177-3AD203B41FA5}">
                      <a16:colId xmlns:a16="http://schemas.microsoft.com/office/drawing/2014/main" val="380529335"/>
                    </a:ext>
                  </a:extLst>
                </a:gridCol>
              </a:tblGrid>
              <a:tr h="381000">
                <a:tc>
                  <a:txBody>
                    <a:bodyPr/>
                    <a:lstStyle/>
                    <a:p>
                      <a:pPr marL="0" lvl="0" indent="0" algn="l" rtl="0">
                        <a:spcBef>
                          <a:spcPts val="0"/>
                        </a:spcBef>
                        <a:spcAft>
                          <a:spcPts val="0"/>
                        </a:spcAft>
                        <a:buNone/>
                      </a:pPr>
                      <a:r>
                        <a:rPr lang="en-US" b="1" dirty="0"/>
                        <a:t>Benefits:</a:t>
                      </a:r>
                      <a:endParaRPr b="1" dirty="0">
                        <a:solidFill>
                          <a:schemeClr val="dk1"/>
                        </a:solidFill>
                        <a:latin typeface="Bitter"/>
                        <a:ea typeface="Bitter"/>
                        <a:cs typeface="Bitter"/>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4994198"/>
                  </a:ext>
                </a:extLst>
              </a:tr>
              <a:tr h="381000">
                <a:tc>
                  <a:txBody>
                    <a:bodyPr/>
                    <a:lstStyle/>
                    <a:p>
                      <a:pPr marL="342900" lvl="0" indent="-342900" algn="l" rtl="0">
                        <a:spcBef>
                          <a:spcPts val="0"/>
                        </a:spcBef>
                        <a:spcAft>
                          <a:spcPts val="0"/>
                        </a:spcAft>
                        <a:buFont typeface="+mj-lt"/>
                        <a:buAutoNum type="arabicPeriod"/>
                      </a:pPr>
                      <a:r>
                        <a:rPr lang="en-US" sz="1400" b="0" i="0" u="none" strike="noStrike" cap="none" dirty="0">
                          <a:solidFill>
                            <a:srgbClr val="000000"/>
                          </a:solidFill>
                          <a:latin typeface="Arial"/>
                          <a:cs typeface="Arial"/>
                          <a:sym typeface="Arial"/>
                        </a:rPr>
                        <a:t>Enhances performance in tasks involving sequential data with spatial characteristics, such as video analysis and text classification.</a:t>
                      </a:r>
                    </a:p>
                    <a:p>
                      <a:pPr marL="342900" lvl="0" indent="-342900" algn="l" rtl="0">
                        <a:spcBef>
                          <a:spcPts val="0"/>
                        </a:spcBef>
                        <a:spcAft>
                          <a:spcPts val="0"/>
                        </a:spcAft>
                        <a:buFont typeface="+mj-lt"/>
                        <a:buAutoNum type="arabicPeriod"/>
                      </a:pPr>
                      <a:r>
                        <a:rPr lang="en-US" sz="1400" b="0" i="0" u="none" strike="noStrike" cap="none" dirty="0">
                          <a:solidFill>
                            <a:srgbClr val="000000"/>
                          </a:solidFill>
                          <a:latin typeface="Arial"/>
                          <a:cs typeface="Arial"/>
                          <a:sym typeface="Arial"/>
                        </a:rPr>
                        <a:t>Leverages the strengths of both CNNs and </a:t>
                      </a:r>
                      <a:r>
                        <a:rPr lang="en-US" sz="1400" b="0" i="0" u="none" strike="noStrike" cap="none" dirty="0" err="1">
                          <a:solidFill>
                            <a:srgbClr val="000000"/>
                          </a:solidFill>
                          <a:latin typeface="Arial"/>
                          <a:cs typeface="Arial"/>
                          <a:sym typeface="Arial"/>
                        </a:rPr>
                        <a:t>BiLSTMs</a:t>
                      </a:r>
                      <a:r>
                        <a:rPr lang="en-US" sz="1400" b="0" i="0" u="none" strike="noStrike" cap="none" dirty="0">
                          <a:solidFill>
                            <a:srgbClr val="000000"/>
                          </a:solidFill>
                          <a:latin typeface="Arial"/>
                          <a:cs typeface="Arial"/>
                          <a:sym typeface="Arial"/>
                        </a:rPr>
                        <a:t> for improved prediction accuracy.</a:t>
                      </a: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spTree>
    <p:extLst>
      <p:ext uri="{BB962C8B-B14F-4D97-AF65-F5344CB8AC3E}">
        <p14:creationId xmlns:p14="http://schemas.microsoft.com/office/powerpoint/2010/main" val="3231937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5">
          <a:extLst>
            <a:ext uri="{FF2B5EF4-FFF2-40B4-BE49-F238E27FC236}">
              <a16:creationId xmlns:a16="http://schemas.microsoft.com/office/drawing/2014/main" id="{BCBB5B7C-2948-98E7-FBC1-749CA15B06DE}"/>
            </a:ext>
          </a:extLst>
        </p:cNvPr>
        <p:cNvGrpSpPr/>
        <p:nvPr/>
      </p:nvGrpSpPr>
      <p:grpSpPr>
        <a:xfrm>
          <a:off x="0" y="0"/>
          <a:ext cx="0" cy="0"/>
          <a:chOff x="0" y="0"/>
          <a:chExt cx="0" cy="0"/>
        </a:xfrm>
      </p:grpSpPr>
      <p:sp>
        <p:nvSpPr>
          <p:cNvPr id="576" name="Google Shape;576;p41">
            <a:extLst>
              <a:ext uri="{FF2B5EF4-FFF2-40B4-BE49-F238E27FC236}">
                <a16:creationId xmlns:a16="http://schemas.microsoft.com/office/drawing/2014/main" id="{F1306CE1-301C-B9E0-4976-3469C9A71A94}"/>
              </a:ext>
            </a:extLst>
          </p:cNvPr>
          <p:cNvSpPr txBox="1">
            <a:spLocks noGrp="1"/>
          </p:cNvSpPr>
          <p:nvPr>
            <p:ph type="title"/>
          </p:nvPr>
        </p:nvSpPr>
        <p:spPr>
          <a:xfrm>
            <a:off x="391467" y="413166"/>
            <a:ext cx="8946282" cy="572700"/>
          </a:xfrm>
          <a:prstGeom prst="rect">
            <a:avLst/>
          </a:prstGeom>
        </p:spPr>
        <p:txBody>
          <a:bodyPr spcFirstLastPara="1" wrap="square" lIns="91425" tIns="91425" rIns="91425" bIns="91425" anchor="t" anchorCtr="0">
            <a:noAutofit/>
          </a:bodyPr>
          <a:lstStyle/>
          <a:p>
            <a:r>
              <a:rPr lang="en-ID" sz="3200" b="1" cap="all" dirty="0"/>
              <a:t>CNN-BiLSTM Algorithm: </a:t>
            </a:r>
            <a:br>
              <a:rPr lang="ar-SY" sz="3200" b="1" cap="all" dirty="0"/>
            </a:br>
            <a:r>
              <a:rPr lang="en-ID" sz="3200" b="0" cap="all" dirty="0"/>
              <a:t>Optimal SQLIA Detection</a:t>
            </a:r>
          </a:p>
        </p:txBody>
      </p:sp>
      <p:grpSp>
        <p:nvGrpSpPr>
          <p:cNvPr id="4" name="Group 3">
            <a:extLst>
              <a:ext uri="{FF2B5EF4-FFF2-40B4-BE49-F238E27FC236}">
                <a16:creationId xmlns:a16="http://schemas.microsoft.com/office/drawing/2014/main" id="{FB3C88B8-5B1A-4AED-60CB-8CDB34C36585}"/>
              </a:ext>
            </a:extLst>
          </p:cNvPr>
          <p:cNvGrpSpPr/>
          <p:nvPr/>
        </p:nvGrpSpPr>
        <p:grpSpPr>
          <a:xfrm>
            <a:off x="1609343" y="1542891"/>
            <a:ext cx="5925313" cy="3187443"/>
            <a:chOff x="1792225" y="250696"/>
            <a:chExt cx="5925313" cy="3187443"/>
          </a:xfrm>
        </p:grpSpPr>
        <p:grpSp>
          <p:nvGrpSpPr>
            <p:cNvPr id="5" name="Google Shape;890;p56">
              <a:extLst>
                <a:ext uri="{FF2B5EF4-FFF2-40B4-BE49-F238E27FC236}">
                  <a16:creationId xmlns:a16="http://schemas.microsoft.com/office/drawing/2014/main" id="{4DCC56D0-0433-C2A6-54A1-A723E928984B}"/>
                </a:ext>
              </a:extLst>
            </p:cNvPr>
            <p:cNvGrpSpPr/>
            <p:nvPr/>
          </p:nvGrpSpPr>
          <p:grpSpPr>
            <a:xfrm rot="16200000">
              <a:off x="3161160" y="-1118239"/>
              <a:ext cx="3187443" cy="5925313"/>
              <a:chOff x="5186401" y="494525"/>
              <a:chExt cx="1834973" cy="3724678"/>
            </a:xfrm>
          </p:grpSpPr>
          <p:sp>
            <p:nvSpPr>
              <p:cNvPr id="7" name="Google Shape;891;p56">
                <a:extLst>
                  <a:ext uri="{FF2B5EF4-FFF2-40B4-BE49-F238E27FC236}">
                    <a16:creationId xmlns:a16="http://schemas.microsoft.com/office/drawing/2014/main" id="{FECD3F7A-1CC0-6480-9B6F-45EF985DFC39}"/>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92;p56">
                <a:extLst>
                  <a:ext uri="{FF2B5EF4-FFF2-40B4-BE49-F238E27FC236}">
                    <a16:creationId xmlns:a16="http://schemas.microsoft.com/office/drawing/2014/main" id="{65FEE8B8-0F72-E543-67BA-57BF11D9AA91}"/>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2" descr="‪Hybrid CNN&amp;ndash;BiLSTM&amp;ndash;DNN Approach for Detecting Cybersecurity  Threats in IoT Networks‬‏">
              <a:extLst>
                <a:ext uri="{FF2B5EF4-FFF2-40B4-BE49-F238E27FC236}">
                  <a16:creationId xmlns:a16="http://schemas.microsoft.com/office/drawing/2014/main" id="{601D466B-EE61-58B2-C7FF-735699433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6190" y="423345"/>
              <a:ext cx="5640536" cy="27587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Tree>
    <p:extLst>
      <p:ext uri="{BB962C8B-B14F-4D97-AF65-F5344CB8AC3E}">
        <p14:creationId xmlns:p14="http://schemas.microsoft.com/office/powerpoint/2010/main" val="3250320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B74F5DB7-11CF-19D7-3F25-13ADB95F4C4F}"/>
            </a:ext>
          </a:extLst>
        </p:cNvPr>
        <p:cNvGrpSpPr/>
        <p:nvPr/>
      </p:nvGrpSpPr>
      <p:grpSpPr>
        <a:xfrm>
          <a:off x="0" y="0"/>
          <a:ext cx="0" cy="0"/>
          <a:chOff x="0" y="0"/>
          <a:chExt cx="0" cy="0"/>
        </a:xfrm>
      </p:grpSpPr>
      <p:sp>
        <p:nvSpPr>
          <p:cNvPr id="617" name="Google Shape;617;p44">
            <a:extLst>
              <a:ext uri="{FF2B5EF4-FFF2-40B4-BE49-F238E27FC236}">
                <a16:creationId xmlns:a16="http://schemas.microsoft.com/office/drawing/2014/main" id="{E3B6661D-65CC-D340-9C73-A9A3529A9D0E}"/>
              </a:ext>
            </a:extLst>
          </p:cNvPr>
          <p:cNvSpPr txBox="1">
            <a:spLocks noGrp="1"/>
          </p:cNvSpPr>
          <p:nvPr>
            <p:ph type="title"/>
          </p:nvPr>
        </p:nvSpPr>
        <p:spPr>
          <a:xfrm>
            <a:off x="3730012" y="288919"/>
            <a:ext cx="2025614" cy="6599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Dataset</a:t>
            </a:r>
          </a:p>
        </p:txBody>
      </p:sp>
      <p:sp>
        <p:nvSpPr>
          <p:cNvPr id="618" name="Google Shape;618;p44">
            <a:extLst>
              <a:ext uri="{FF2B5EF4-FFF2-40B4-BE49-F238E27FC236}">
                <a16:creationId xmlns:a16="http://schemas.microsoft.com/office/drawing/2014/main" id="{53D9C64B-9131-3054-2254-47FDE53B5E6A}"/>
              </a:ext>
            </a:extLst>
          </p:cNvPr>
          <p:cNvSpPr txBox="1">
            <a:spLocks noGrp="1"/>
          </p:cNvSpPr>
          <p:nvPr>
            <p:ph type="subTitle" idx="1"/>
          </p:nvPr>
        </p:nvSpPr>
        <p:spPr>
          <a:xfrm>
            <a:off x="1343610" y="2571750"/>
            <a:ext cx="2109840" cy="101368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Compiled from multiple Kaggle datasets, focusing on SQL injection data.</a:t>
            </a:r>
          </a:p>
        </p:txBody>
      </p:sp>
      <p:sp>
        <p:nvSpPr>
          <p:cNvPr id="619" name="Google Shape;619;p44">
            <a:extLst>
              <a:ext uri="{FF2B5EF4-FFF2-40B4-BE49-F238E27FC236}">
                <a16:creationId xmlns:a16="http://schemas.microsoft.com/office/drawing/2014/main" id="{E8BB16F0-5239-B9A2-E15E-7131B527EEB1}"/>
              </a:ext>
            </a:extLst>
          </p:cNvPr>
          <p:cNvSpPr txBox="1">
            <a:spLocks noGrp="1"/>
          </p:cNvSpPr>
          <p:nvPr>
            <p:ph type="subTitle" idx="2"/>
          </p:nvPr>
        </p:nvSpPr>
        <p:spPr>
          <a:xfrm>
            <a:off x="3577724" y="2571750"/>
            <a:ext cx="2421854" cy="1013684"/>
          </a:xfrm>
          <a:prstGeom prst="rect">
            <a:avLst/>
          </a:prstGeom>
        </p:spPr>
        <p:txBody>
          <a:bodyPr spcFirstLastPara="1" wrap="square" lIns="91425" tIns="91425" rIns="91425" bIns="91425" anchor="t" anchorCtr="0">
            <a:noAutofit/>
          </a:bodyPr>
          <a:lstStyle/>
          <a:p>
            <a:pPr marL="55563" lvl="0" indent="-55563" algn="l" rtl="0">
              <a:spcBef>
                <a:spcPts val="0"/>
              </a:spcBef>
              <a:spcAft>
                <a:spcPts val="0"/>
              </a:spcAft>
              <a:buFont typeface="Arial" panose="020B0604020202020204" pitchFamily="34" charset="0"/>
              <a:buChar char="•"/>
            </a:pPr>
            <a:r>
              <a:rPr lang="en-US" sz="1200" dirty="0"/>
              <a:t>Training: 98,062 records</a:t>
            </a:r>
          </a:p>
          <a:p>
            <a:pPr marL="55563" lvl="0" indent="-55563" algn="l" rtl="0">
              <a:spcBef>
                <a:spcPts val="0"/>
              </a:spcBef>
              <a:spcAft>
                <a:spcPts val="0"/>
              </a:spcAft>
              <a:buFont typeface="Arial" panose="020B0604020202020204" pitchFamily="34" charset="0"/>
              <a:buChar char="•"/>
            </a:pPr>
            <a:r>
              <a:rPr lang="en-US" sz="1200" dirty="0"/>
              <a:t>Testing: 32,696 records</a:t>
            </a:r>
          </a:p>
          <a:p>
            <a:pPr marL="55563" lvl="0" indent="-55563" algn="l" rtl="0">
              <a:spcBef>
                <a:spcPts val="0"/>
              </a:spcBef>
              <a:spcAft>
                <a:spcPts val="0"/>
              </a:spcAft>
              <a:buFont typeface="Arial" panose="020B0604020202020204" pitchFamily="34" charset="0"/>
              <a:buChar char="•"/>
            </a:pPr>
            <a:r>
              <a:rPr lang="en-US" sz="1200" dirty="0"/>
              <a:t>Validation: 32,695 records</a:t>
            </a:r>
            <a:endParaRPr sz="1200" dirty="0"/>
          </a:p>
        </p:txBody>
      </p:sp>
      <p:sp>
        <p:nvSpPr>
          <p:cNvPr id="620" name="Google Shape;620;p44">
            <a:extLst>
              <a:ext uri="{FF2B5EF4-FFF2-40B4-BE49-F238E27FC236}">
                <a16:creationId xmlns:a16="http://schemas.microsoft.com/office/drawing/2014/main" id="{CC1744AA-DB1F-34EB-6F2F-54165658343E}"/>
              </a:ext>
            </a:extLst>
          </p:cNvPr>
          <p:cNvSpPr txBox="1">
            <a:spLocks noGrp="1"/>
          </p:cNvSpPr>
          <p:nvPr>
            <p:ph type="subTitle" idx="3"/>
          </p:nvPr>
        </p:nvSpPr>
        <p:spPr>
          <a:xfrm>
            <a:off x="5658655" y="2569419"/>
            <a:ext cx="2558865" cy="1125875"/>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200" dirty="0"/>
              <a:t>Query: SQL query string</a:t>
            </a:r>
          </a:p>
          <a:p>
            <a:pPr marL="285750" lvl="0" indent="-285750" algn="l" rtl="0">
              <a:spcBef>
                <a:spcPts val="0"/>
              </a:spcBef>
              <a:spcAft>
                <a:spcPts val="0"/>
              </a:spcAft>
              <a:buFont typeface="Arial" panose="020B0604020202020204" pitchFamily="34" charset="0"/>
              <a:buChar char="•"/>
            </a:pPr>
            <a:r>
              <a:rPr lang="en-US" sz="1200" dirty="0"/>
              <a:t>Label: Indicates SQL injection presence </a:t>
            </a:r>
            <a:endParaRPr lang="ar-SY" sz="1200" dirty="0"/>
          </a:p>
          <a:p>
            <a:pPr marL="0" lvl="0" indent="0" rtl="0">
              <a:spcBef>
                <a:spcPts val="0"/>
              </a:spcBef>
              <a:spcAft>
                <a:spcPts val="0"/>
              </a:spcAft>
            </a:pPr>
            <a:r>
              <a:rPr lang="en-US" sz="1200" dirty="0"/>
              <a:t>(1 = injection, 0 = benign)</a:t>
            </a:r>
            <a:endParaRPr sz="1200" dirty="0"/>
          </a:p>
        </p:txBody>
      </p:sp>
      <p:sp>
        <p:nvSpPr>
          <p:cNvPr id="621" name="Google Shape;621;p44">
            <a:extLst>
              <a:ext uri="{FF2B5EF4-FFF2-40B4-BE49-F238E27FC236}">
                <a16:creationId xmlns:a16="http://schemas.microsoft.com/office/drawing/2014/main" id="{288B3255-922C-003C-C8E7-E03AA461E417}"/>
              </a:ext>
            </a:extLst>
          </p:cNvPr>
          <p:cNvSpPr txBox="1">
            <a:spLocks noGrp="1"/>
          </p:cNvSpPr>
          <p:nvPr>
            <p:ph type="subTitle" idx="4"/>
          </p:nvPr>
        </p:nvSpPr>
        <p:spPr>
          <a:xfrm>
            <a:off x="1248247" y="1935659"/>
            <a:ext cx="2237100" cy="66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Source</a:t>
            </a:r>
            <a:endParaRPr sz="2000" dirty="0"/>
          </a:p>
        </p:txBody>
      </p:sp>
      <p:sp>
        <p:nvSpPr>
          <p:cNvPr id="622" name="Google Shape;622;p44">
            <a:extLst>
              <a:ext uri="{FF2B5EF4-FFF2-40B4-BE49-F238E27FC236}">
                <a16:creationId xmlns:a16="http://schemas.microsoft.com/office/drawing/2014/main" id="{3A270137-FAD0-663B-C660-B217F3618025}"/>
              </a:ext>
            </a:extLst>
          </p:cNvPr>
          <p:cNvSpPr txBox="1">
            <a:spLocks noGrp="1"/>
          </p:cNvSpPr>
          <p:nvPr>
            <p:ph type="subTitle" idx="5"/>
          </p:nvPr>
        </p:nvSpPr>
        <p:spPr>
          <a:xfrm>
            <a:off x="3453450" y="1888054"/>
            <a:ext cx="2237100" cy="66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Size</a:t>
            </a:r>
            <a:endParaRPr sz="2000" dirty="0"/>
          </a:p>
        </p:txBody>
      </p:sp>
      <p:sp>
        <p:nvSpPr>
          <p:cNvPr id="623" name="Google Shape;623;p44">
            <a:extLst>
              <a:ext uri="{FF2B5EF4-FFF2-40B4-BE49-F238E27FC236}">
                <a16:creationId xmlns:a16="http://schemas.microsoft.com/office/drawing/2014/main" id="{09455DE6-4389-A211-33E3-8171B1466F1D}"/>
              </a:ext>
            </a:extLst>
          </p:cNvPr>
          <p:cNvSpPr txBox="1">
            <a:spLocks noGrp="1"/>
          </p:cNvSpPr>
          <p:nvPr>
            <p:ph type="subTitle" idx="6"/>
          </p:nvPr>
        </p:nvSpPr>
        <p:spPr>
          <a:xfrm>
            <a:off x="5690550" y="1888054"/>
            <a:ext cx="2237100" cy="660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2000" dirty="0"/>
              <a:t>Columns</a:t>
            </a:r>
            <a:endParaRPr sz="2000" dirty="0"/>
          </a:p>
        </p:txBody>
      </p:sp>
      <p:pic>
        <p:nvPicPr>
          <p:cNvPr id="2" name="Picture 1">
            <a:extLst>
              <a:ext uri="{FF2B5EF4-FFF2-40B4-BE49-F238E27FC236}">
                <a16:creationId xmlns:a16="http://schemas.microsoft.com/office/drawing/2014/main" id="{DA6972EE-9EED-A0B5-7229-379645D0321E}"/>
              </a:ext>
            </a:extLst>
          </p:cNvPr>
          <p:cNvPicPr>
            <a:picLocks noChangeAspect="1"/>
          </p:cNvPicPr>
          <p:nvPr/>
        </p:nvPicPr>
        <p:blipFill>
          <a:blip r:embed="rId3"/>
          <a:srcRect t="7826" b="2855"/>
          <a:stretch/>
        </p:blipFill>
        <p:spPr>
          <a:xfrm>
            <a:off x="1236221" y="3606799"/>
            <a:ext cx="7013195" cy="788819"/>
          </a:xfrm>
          <a:prstGeom prst="rect">
            <a:avLst/>
          </a:prstGeom>
        </p:spPr>
      </p:pic>
      <p:sp>
        <p:nvSpPr>
          <p:cNvPr id="3" name="مربع نص 2">
            <a:extLst>
              <a:ext uri="{FF2B5EF4-FFF2-40B4-BE49-F238E27FC236}">
                <a16:creationId xmlns:a16="http://schemas.microsoft.com/office/drawing/2014/main" id="{55C17082-89ED-45DB-2C57-87E9FDDBEC30}"/>
              </a:ext>
            </a:extLst>
          </p:cNvPr>
          <p:cNvSpPr txBox="1"/>
          <p:nvPr/>
        </p:nvSpPr>
        <p:spPr>
          <a:xfrm>
            <a:off x="1343610" y="1001413"/>
            <a:ext cx="6976590" cy="984885"/>
          </a:xfrm>
          <a:prstGeom prst="rect">
            <a:avLst/>
          </a:prstGeom>
          <a:noFill/>
        </p:spPr>
        <p:txBody>
          <a:bodyPr wrap="square" rtlCol="1">
            <a:spAutoFit/>
          </a:bodyPr>
          <a:lstStyle/>
          <a:p>
            <a:r>
              <a:rPr kumimoji="0" lang="en-US" sz="1600" b="1" i="0" u="none" strike="noStrike" kern="0" cap="none" spc="0" normalizeH="0" baseline="0" noProof="0" dirty="0">
                <a:ln>
                  <a:noFill/>
                </a:ln>
                <a:solidFill>
                  <a:srgbClr val="000000"/>
                </a:solidFill>
                <a:effectLst/>
                <a:uLnTx/>
                <a:uFillTx/>
                <a:latin typeface="Bitter"/>
                <a:sym typeface="Bitter"/>
              </a:rPr>
              <a:t>Dataset </a:t>
            </a:r>
            <a:r>
              <a:rPr lang="en-GB" dirty="0"/>
              <a:t>is a collection of organized data, typically arranged in tables, arrays, or specific formats such as CSV or JSON, which facilitates data retrieval and analysis. Datasets are essential for data analysis, machine learning (ML), artificial intelligence (AI), and other applications that require reliable and accessible data.</a:t>
            </a:r>
            <a:endParaRPr lang="ar-SA" dirty="0"/>
          </a:p>
        </p:txBody>
      </p:sp>
    </p:spTree>
    <p:extLst>
      <p:ext uri="{BB962C8B-B14F-4D97-AF65-F5344CB8AC3E}">
        <p14:creationId xmlns:p14="http://schemas.microsoft.com/office/powerpoint/2010/main" val="3373934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FF9B71BA-85C4-0282-5064-9BFB73E0CFF8}"/>
            </a:ext>
          </a:extLst>
        </p:cNvPr>
        <p:cNvGrpSpPr/>
        <p:nvPr/>
      </p:nvGrpSpPr>
      <p:grpSpPr>
        <a:xfrm>
          <a:off x="0" y="0"/>
          <a:ext cx="0" cy="0"/>
          <a:chOff x="0" y="0"/>
          <a:chExt cx="0" cy="0"/>
        </a:xfrm>
      </p:grpSpPr>
      <p:sp>
        <p:nvSpPr>
          <p:cNvPr id="617" name="Google Shape;617;p44">
            <a:extLst>
              <a:ext uri="{FF2B5EF4-FFF2-40B4-BE49-F238E27FC236}">
                <a16:creationId xmlns:a16="http://schemas.microsoft.com/office/drawing/2014/main" id="{33D53829-BABB-AB27-FEB8-073C09566995}"/>
              </a:ext>
            </a:extLst>
          </p:cNvPr>
          <p:cNvSpPr txBox="1">
            <a:spLocks noGrp="1"/>
          </p:cNvSpPr>
          <p:nvPr>
            <p:ph type="title"/>
          </p:nvPr>
        </p:nvSpPr>
        <p:spPr>
          <a:xfrm>
            <a:off x="3593185" y="76975"/>
            <a:ext cx="1966781" cy="7504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Dataset</a:t>
            </a:r>
          </a:p>
        </p:txBody>
      </p:sp>
      <p:grpSp>
        <p:nvGrpSpPr>
          <p:cNvPr id="15" name="Google Shape;890;p56">
            <a:extLst>
              <a:ext uri="{FF2B5EF4-FFF2-40B4-BE49-F238E27FC236}">
                <a16:creationId xmlns:a16="http://schemas.microsoft.com/office/drawing/2014/main" id="{798BE4C0-10E1-53D9-BE1B-0038C994A226}"/>
              </a:ext>
            </a:extLst>
          </p:cNvPr>
          <p:cNvGrpSpPr/>
          <p:nvPr/>
        </p:nvGrpSpPr>
        <p:grpSpPr>
          <a:xfrm rot="16200000">
            <a:off x="6306572" y="-314190"/>
            <a:ext cx="1361668" cy="3498831"/>
            <a:chOff x="5186401" y="494525"/>
            <a:chExt cx="1834973" cy="3724678"/>
          </a:xfrm>
        </p:grpSpPr>
        <p:sp>
          <p:nvSpPr>
            <p:cNvPr id="16" name="Google Shape;891;p56">
              <a:extLst>
                <a:ext uri="{FF2B5EF4-FFF2-40B4-BE49-F238E27FC236}">
                  <a16:creationId xmlns:a16="http://schemas.microsoft.com/office/drawing/2014/main" id="{606574E3-930D-584A-1EDF-99E1113CF4E9}"/>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892;p56">
              <a:extLst>
                <a:ext uri="{FF2B5EF4-FFF2-40B4-BE49-F238E27FC236}">
                  <a16:creationId xmlns:a16="http://schemas.microsoft.com/office/drawing/2014/main" id="{60B73AD7-65D0-A16F-8F4F-7FAE70B6A684}"/>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891;p56">
            <a:extLst>
              <a:ext uri="{FF2B5EF4-FFF2-40B4-BE49-F238E27FC236}">
                <a16:creationId xmlns:a16="http://schemas.microsoft.com/office/drawing/2014/main" id="{E40FA614-1D56-BAC7-B2B6-0FA9E695BE72}"/>
              </a:ext>
            </a:extLst>
          </p:cNvPr>
          <p:cNvSpPr/>
          <p:nvPr/>
        </p:nvSpPr>
        <p:spPr>
          <a:xfrm rot="16200000">
            <a:off x="1790346" y="824406"/>
            <a:ext cx="941675" cy="41340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1" name="Google Shape;890;p56">
            <a:extLst>
              <a:ext uri="{FF2B5EF4-FFF2-40B4-BE49-F238E27FC236}">
                <a16:creationId xmlns:a16="http://schemas.microsoft.com/office/drawing/2014/main" id="{A24DD9A8-3B7D-4D27-EB54-AE07E0D41638}"/>
              </a:ext>
            </a:extLst>
          </p:cNvPr>
          <p:cNvGrpSpPr/>
          <p:nvPr/>
        </p:nvGrpSpPr>
        <p:grpSpPr>
          <a:xfrm rot="16200000">
            <a:off x="6132872" y="2397307"/>
            <a:ext cx="1477250" cy="3407203"/>
            <a:chOff x="5186401" y="494525"/>
            <a:chExt cx="1834973" cy="3724678"/>
          </a:xfrm>
        </p:grpSpPr>
        <p:sp>
          <p:nvSpPr>
            <p:cNvPr id="22" name="Google Shape;891;p56">
              <a:extLst>
                <a:ext uri="{FF2B5EF4-FFF2-40B4-BE49-F238E27FC236}">
                  <a16:creationId xmlns:a16="http://schemas.microsoft.com/office/drawing/2014/main" id="{EF5D7E83-395F-7B1B-2AB3-0A539D542032}"/>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892;p56">
              <a:extLst>
                <a:ext uri="{FF2B5EF4-FFF2-40B4-BE49-F238E27FC236}">
                  <a16:creationId xmlns:a16="http://schemas.microsoft.com/office/drawing/2014/main" id="{5A462D45-1B80-A7C6-180E-2595BE769DDD}"/>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513;p38">
            <a:extLst>
              <a:ext uri="{FF2B5EF4-FFF2-40B4-BE49-F238E27FC236}">
                <a16:creationId xmlns:a16="http://schemas.microsoft.com/office/drawing/2014/main" id="{7EE45045-E5B8-50B4-F1C0-93C5E38E35FD}"/>
              </a:ext>
            </a:extLst>
          </p:cNvPr>
          <p:cNvSpPr txBox="1">
            <a:spLocks noGrp="1"/>
          </p:cNvSpPr>
          <p:nvPr>
            <p:ph type="subTitle" idx="1"/>
          </p:nvPr>
        </p:nvSpPr>
        <p:spPr>
          <a:xfrm>
            <a:off x="753401" y="1001191"/>
            <a:ext cx="3592821" cy="598108"/>
          </a:xfrm>
          <a:prstGeom prst="rect">
            <a:avLst/>
          </a:prstGeom>
          <a:solidFill>
            <a:schemeClr val="accent2"/>
          </a:solidFill>
        </p:spPr>
        <p:txBody>
          <a:bodyPr spcFirstLastPara="1" wrap="square" lIns="91425" tIns="91425" rIns="91425" bIns="91425" anchor="t" anchorCtr="0">
            <a:noAutofit/>
          </a:bodyPr>
          <a:lstStyle/>
          <a:p>
            <a:pPr marL="0" lvl="0" indent="0" rtl="0">
              <a:spcBef>
                <a:spcPts val="0"/>
              </a:spcBef>
              <a:spcAft>
                <a:spcPts val="0"/>
              </a:spcAft>
              <a:buNone/>
            </a:pPr>
            <a:r>
              <a:rPr lang="en-US" sz="2000" dirty="0"/>
              <a:t>Step 1: Library Import</a:t>
            </a:r>
          </a:p>
        </p:txBody>
      </p:sp>
      <p:pic>
        <p:nvPicPr>
          <p:cNvPr id="25" name="صورة 1">
            <a:extLst>
              <a:ext uri="{FF2B5EF4-FFF2-40B4-BE49-F238E27FC236}">
                <a16:creationId xmlns:a16="http://schemas.microsoft.com/office/drawing/2014/main" id="{4A37CC0F-A35A-9441-DEF7-0854F5DA861B}"/>
              </a:ext>
            </a:extLst>
          </p:cNvPr>
          <p:cNvPicPr>
            <a:picLocks noChangeAspect="1"/>
          </p:cNvPicPr>
          <p:nvPr/>
        </p:nvPicPr>
        <p:blipFill>
          <a:blip r:embed="rId3"/>
          <a:srcRect r="4225"/>
          <a:stretch/>
        </p:blipFill>
        <p:spPr>
          <a:xfrm>
            <a:off x="5237990" y="789290"/>
            <a:ext cx="3498831" cy="1291870"/>
          </a:xfrm>
          <a:prstGeom prst="rect">
            <a:avLst/>
          </a:prstGeom>
        </p:spPr>
      </p:pic>
      <p:sp>
        <p:nvSpPr>
          <p:cNvPr id="26" name="Google Shape;513;p38">
            <a:extLst>
              <a:ext uri="{FF2B5EF4-FFF2-40B4-BE49-F238E27FC236}">
                <a16:creationId xmlns:a16="http://schemas.microsoft.com/office/drawing/2014/main" id="{19668943-4E81-5C17-EF5F-5024E8AE832F}"/>
              </a:ext>
            </a:extLst>
          </p:cNvPr>
          <p:cNvSpPr txBox="1">
            <a:spLocks/>
          </p:cNvSpPr>
          <p:nvPr/>
        </p:nvSpPr>
        <p:spPr>
          <a:xfrm>
            <a:off x="753401" y="3829109"/>
            <a:ext cx="3592821" cy="518446"/>
          </a:xfrm>
          <a:prstGeom prst="rect">
            <a:avLst/>
          </a:prstGeom>
          <a:solidFill>
            <a:schemeClr val="accent2"/>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0" indent="0"/>
            <a:r>
              <a:rPr lang="en-US" sz="2000" dirty="0"/>
              <a:t>Step 3: Path Simplification</a:t>
            </a:r>
          </a:p>
        </p:txBody>
      </p:sp>
      <p:sp>
        <p:nvSpPr>
          <p:cNvPr id="27" name="Google Shape;513;p38">
            <a:extLst>
              <a:ext uri="{FF2B5EF4-FFF2-40B4-BE49-F238E27FC236}">
                <a16:creationId xmlns:a16="http://schemas.microsoft.com/office/drawing/2014/main" id="{AD3816F1-9FB3-C17D-5468-6074D95BABD4}"/>
              </a:ext>
            </a:extLst>
          </p:cNvPr>
          <p:cNvSpPr txBox="1">
            <a:spLocks/>
          </p:cNvSpPr>
          <p:nvPr/>
        </p:nvSpPr>
        <p:spPr>
          <a:xfrm>
            <a:off x="4754020" y="2553869"/>
            <a:ext cx="3592821" cy="598108"/>
          </a:xfrm>
          <a:prstGeom prst="rect">
            <a:avLst/>
          </a:prstGeom>
          <a:solidFill>
            <a:schemeClr val="accent2"/>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00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0" indent="0"/>
            <a:r>
              <a:rPr lang="en-US" sz="2000" dirty="0"/>
              <a:t>Step 2: Dataset Download</a:t>
            </a:r>
          </a:p>
        </p:txBody>
      </p:sp>
      <p:pic>
        <p:nvPicPr>
          <p:cNvPr id="28" name="صورة 2">
            <a:extLst>
              <a:ext uri="{FF2B5EF4-FFF2-40B4-BE49-F238E27FC236}">
                <a16:creationId xmlns:a16="http://schemas.microsoft.com/office/drawing/2014/main" id="{FC552CF4-504F-4E26-6A8D-165957E2011F}"/>
              </a:ext>
            </a:extLst>
          </p:cNvPr>
          <p:cNvPicPr>
            <a:picLocks noChangeAspect="1"/>
          </p:cNvPicPr>
          <p:nvPr/>
        </p:nvPicPr>
        <p:blipFill>
          <a:blip r:embed="rId4"/>
          <a:srcRect r="46481" b="65161"/>
          <a:stretch/>
        </p:blipFill>
        <p:spPr>
          <a:xfrm>
            <a:off x="194144" y="2597588"/>
            <a:ext cx="4134079" cy="518446"/>
          </a:xfrm>
          <a:prstGeom prst="rect">
            <a:avLst/>
          </a:prstGeom>
        </p:spPr>
      </p:pic>
      <p:pic>
        <p:nvPicPr>
          <p:cNvPr id="29" name="صورة 3">
            <a:extLst>
              <a:ext uri="{FF2B5EF4-FFF2-40B4-BE49-F238E27FC236}">
                <a16:creationId xmlns:a16="http://schemas.microsoft.com/office/drawing/2014/main" id="{188C4FAB-D7E0-5AAA-7221-5C1A53490379}"/>
              </a:ext>
            </a:extLst>
          </p:cNvPr>
          <p:cNvPicPr>
            <a:picLocks noChangeAspect="1"/>
          </p:cNvPicPr>
          <p:nvPr/>
        </p:nvPicPr>
        <p:blipFill>
          <a:blip r:embed="rId5"/>
          <a:srcRect b="5520"/>
          <a:stretch/>
        </p:blipFill>
        <p:spPr>
          <a:xfrm>
            <a:off x="5260766" y="3378427"/>
            <a:ext cx="3241661" cy="1419810"/>
          </a:xfrm>
          <a:prstGeom prst="rect">
            <a:avLst/>
          </a:prstGeom>
        </p:spPr>
      </p:pic>
    </p:spTree>
    <p:extLst>
      <p:ext uri="{BB962C8B-B14F-4D97-AF65-F5344CB8AC3E}">
        <p14:creationId xmlns:p14="http://schemas.microsoft.com/office/powerpoint/2010/main" val="3165825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60">
          <a:extLst>
            <a:ext uri="{FF2B5EF4-FFF2-40B4-BE49-F238E27FC236}">
              <a16:creationId xmlns:a16="http://schemas.microsoft.com/office/drawing/2014/main" id="{60A7E50D-3412-FE39-4904-66E16CFCFA48}"/>
            </a:ext>
          </a:extLst>
        </p:cNvPr>
        <p:cNvGrpSpPr/>
        <p:nvPr/>
      </p:nvGrpSpPr>
      <p:grpSpPr>
        <a:xfrm>
          <a:off x="0" y="0"/>
          <a:ext cx="0" cy="0"/>
          <a:chOff x="0" y="0"/>
          <a:chExt cx="0" cy="0"/>
        </a:xfrm>
      </p:grpSpPr>
      <p:sp>
        <p:nvSpPr>
          <p:cNvPr id="561" name="Google Shape;561;p40">
            <a:extLst>
              <a:ext uri="{FF2B5EF4-FFF2-40B4-BE49-F238E27FC236}">
                <a16:creationId xmlns:a16="http://schemas.microsoft.com/office/drawing/2014/main" id="{E563388E-D604-8F09-4E40-0509558AFD15}"/>
              </a:ext>
            </a:extLst>
          </p:cNvPr>
          <p:cNvSpPr txBox="1">
            <a:spLocks noGrp="1"/>
          </p:cNvSpPr>
          <p:nvPr>
            <p:ph type="title"/>
          </p:nvPr>
        </p:nvSpPr>
        <p:spPr>
          <a:xfrm>
            <a:off x="876142" y="116310"/>
            <a:ext cx="5067600" cy="646607"/>
          </a:xfrm>
          <a:prstGeom prst="rect">
            <a:avLst/>
          </a:prstGeom>
        </p:spPr>
        <p:txBody>
          <a:bodyPr spcFirstLastPara="1" wrap="square" lIns="91425" tIns="91425" rIns="91425" bIns="91425" anchor="b" anchorCtr="0">
            <a:noAutofit/>
          </a:bodyPr>
          <a:lstStyle/>
          <a:p>
            <a:r>
              <a:rPr lang="en-US" sz="3200" b="1" dirty="0"/>
              <a:t>Preprocessing </a:t>
            </a:r>
          </a:p>
        </p:txBody>
      </p:sp>
      <p:sp>
        <p:nvSpPr>
          <p:cNvPr id="2" name="Google Shape;518;p38">
            <a:extLst>
              <a:ext uri="{FF2B5EF4-FFF2-40B4-BE49-F238E27FC236}">
                <a16:creationId xmlns:a16="http://schemas.microsoft.com/office/drawing/2014/main" id="{ECA953C2-0209-7120-97E5-32F442EA6F2F}"/>
              </a:ext>
            </a:extLst>
          </p:cNvPr>
          <p:cNvSpPr txBox="1">
            <a:spLocks/>
          </p:cNvSpPr>
          <p:nvPr/>
        </p:nvSpPr>
        <p:spPr>
          <a:xfrm>
            <a:off x="876142" y="785746"/>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dirty="0">
                <a:solidFill>
                  <a:schemeClr val="lt1"/>
                </a:solidFill>
              </a:rPr>
              <a:t>01</a:t>
            </a:r>
          </a:p>
        </p:txBody>
      </p:sp>
      <p:sp>
        <p:nvSpPr>
          <p:cNvPr id="3" name="Google Shape;518;p38">
            <a:extLst>
              <a:ext uri="{FF2B5EF4-FFF2-40B4-BE49-F238E27FC236}">
                <a16:creationId xmlns:a16="http://schemas.microsoft.com/office/drawing/2014/main" id="{81F641E1-F721-ABD3-B14F-FC400D44163A}"/>
              </a:ext>
            </a:extLst>
          </p:cNvPr>
          <p:cNvSpPr txBox="1">
            <a:spLocks/>
          </p:cNvSpPr>
          <p:nvPr/>
        </p:nvSpPr>
        <p:spPr>
          <a:xfrm>
            <a:off x="876142" y="1308415"/>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dirty="0">
                <a:solidFill>
                  <a:schemeClr val="lt1"/>
                </a:solidFill>
              </a:rPr>
              <a:t>0</a:t>
            </a:r>
            <a:r>
              <a:rPr lang="en-GB" dirty="0">
                <a:solidFill>
                  <a:schemeClr val="lt1"/>
                </a:solidFill>
              </a:rPr>
              <a:t>2</a:t>
            </a:r>
            <a:endParaRPr lang="en" dirty="0">
              <a:solidFill>
                <a:schemeClr val="lt1"/>
              </a:solidFill>
            </a:endParaRPr>
          </a:p>
        </p:txBody>
      </p:sp>
      <p:sp>
        <p:nvSpPr>
          <p:cNvPr id="4" name="Google Shape;518;p38">
            <a:extLst>
              <a:ext uri="{FF2B5EF4-FFF2-40B4-BE49-F238E27FC236}">
                <a16:creationId xmlns:a16="http://schemas.microsoft.com/office/drawing/2014/main" id="{F25116B5-D107-EC76-E5C3-20C6ACD3EAE9}"/>
              </a:ext>
            </a:extLst>
          </p:cNvPr>
          <p:cNvSpPr txBox="1">
            <a:spLocks/>
          </p:cNvSpPr>
          <p:nvPr/>
        </p:nvSpPr>
        <p:spPr>
          <a:xfrm>
            <a:off x="876142" y="1830237"/>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dirty="0">
                <a:solidFill>
                  <a:schemeClr val="lt1"/>
                </a:solidFill>
              </a:rPr>
              <a:t>03</a:t>
            </a:r>
            <a:endParaRPr lang="en" dirty="0">
              <a:solidFill>
                <a:schemeClr val="lt1"/>
              </a:solidFill>
            </a:endParaRPr>
          </a:p>
        </p:txBody>
      </p:sp>
      <p:sp>
        <p:nvSpPr>
          <p:cNvPr id="6" name="Google Shape;518;p38">
            <a:extLst>
              <a:ext uri="{FF2B5EF4-FFF2-40B4-BE49-F238E27FC236}">
                <a16:creationId xmlns:a16="http://schemas.microsoft.com/office/drawing/2014/main" id="{CC36DE30-58FC-828D-ABF3-2940E52C856C}"/>
              </a:ext>
            </a:extLst>
          </p:cNvPr>
          <p:cNvSpPr txBox="1">
            <a:spLocks/>
          </p:cNvSpPr>
          <p:nvPr/>
        </p:nvSpPr>
        <p:spPr>
          <a:xfrm>
            <a:off x="876142" y="2342827"/>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dirty="0">
                <a:solidFill>
                  <a:schemeClr val="lt1"/>
                </a:solidFill>
              </a:rPr>
              <a:t>04</a:t>
            </a:r>
            <a:endParaRPr lang="en" dirty="0">
              <a:solidFill>
                <a:schemeClr val="lt1"/>
              </a:solidFill>
            </a:endParaRPr>
          </a:p>
        </p:txBody>
      </p:sp>
      <p:sp>
        <p:nvSpPr>
          <p:cNvPr id="7" name="Google Shape;518;p38">
            <a:extLst>
              <a:ext uri="{FF2B5EF4-FFF2-40B4-BE49-F238E27FC236}">
                <a16:creationId xmlns:a16="http://schemas.microsoft.com/office/drawing/2014/main" id="{EAF019FA-DE56-EE29-4121-3F1DE2FD087F}"/>
              </a:ext>
            </a:extLst>
          </p:cNvPr>
          <p:cNvSpPr txBox="1">
            <a:spLocks/>
          </p:cNvSpPr>
          <p:nvPr/>
        </p:nvSpPr>
        <p:spPr>
          <a:xfrm>
            <a:off x="876142" y="3387486"/>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dirty="0">
                <a:solidFill>
                  <a:schemeClr val="lt1"/>
                </a:solidFill>
              </a:rPr>
              <a:t>06</a:t>
            </a:r>
            <a:endParaRPr lang="en" dirty="0">
              <a:solidFill>
                <a:schemeClr val="lt1"/>
              </a:solidFill>
            </a:endParaRPr>
          </a:p>
        </p:txBody>
      </p:sp>
      <p:sp>
        <p:nvSpPr>
          <p:cNvPr id="8" name="Google Shape;518;p38">
            <a:extLst>
              <a:ext uri="{FF2B5EF4-FFF2-40B4-BE49-F238E27FC236}">
                <a16:creationId xmlns:a16="http://schemas.microsoft.com/office/drawing/2014/main" id="{F828C82F-838A-C8A8-B0A7-DAD986676205}"/>
              </a:ext>
            </a:extLst>
          </p:cNvPr>
          <p:cNvSpPr txBox="1">
            <a:spLocks/>
          </p:cNvSpPr>
          <p:nvPr/>
        </p:nvSpPr>
        <p:spPr>
          <a:xfrm>
            <a:off x="876142" y="3910154"/>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dirty="0">
                <a:solidFill>
                  <a:schemeClr val="lt1"/>
                </a:solidFill>
              </a:rPr>
              <a:t>07</a:t>
            </a:r>
            <a:endParaRPr lang="en" dirty="0">
              <a:solidFill>
                <a:schemeClr val="lt1"/>
              </a:solidFill>
            </a:endParaRPr>
          </a:p>
        </p:txBody>
      </p:sp>
      <p:sp>
        <p:nvSpPr>
          <p:cNvPr id="10" name="TextBox 9">
            <a:extLst>
              <a:ext uri="{FF2B5EF4-FFF2-40B4-BE49-F238E27FC236}">
                <a16:creationId xmlns:a16="http://schemas.microsoft.com/office/drawing/2014/main" id="{72A27630-4FE9-10FF-3A41-3F2AB03E0D20}"/>
              </a:ext>
            </a:extLst>
          </p:cNvPr>
          <p:cNvSpPr txBox="1"/>
          <p:nvPr/>
        </p:nvSpPr>
        <p:spPr>
          <a:xfrm>
            <a:off x="1753317" y="920108"/>
            <a:ext cx="6871414" cy="338554"/>
          </a:xfrm>
          <a:prstGeom prst="rect">
            <a:avLst/>
          </a:prstGeom>
          <a:solidFill>
            <a:schemeClr val="bg1"/>
          </a:solid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Handle Missing Values:</a:t>
            </a:r>
            <a:r>
              <a:rPr lang="en-US" sz="1600" dirty="0">
                <a:latin typeface="Open Sans" panose="020B0606030504020204" pitchFamily="34" charset="0"/>
                <a:ea typeface="Open Sans" panose="020B0606030504020204" pitchFamily="34" charset="0"/>
                <a:cs typeface="Open Sans" panose="020B0606030504020204" pitchFamily="34" charset="0"/>
              </a:rPr>
              <a:t> Removed NULL entries.</a:t>
            </a:r>
          </a:p>
        </p:txBody>
      </p:sp>
      <p:sp>
        <p:nvSpPr>
          <p:cNvPr id="11" name="TextBox 10">
            <a:extLst>
              <a:ext uri="{FF2B5EF4-FFF2-40B4-BE49-F238E27FC236}">
                <a16:creationId xmlns:a16="http://schemas.microsoft.com/office/drawing/2014/main" id="{BCC79F45-1457-0737-4F8C-64D696A0A85C}"/>
              </a:ext>
            </a:extLst>
          </p:cNvPr>
          <p:cNvSpPr txBox="1"/>
          <p:nvPr/>
        </p:nvSpPr>
        <p:spPr>
          <a:xfrm>
            <a:off x="1748141" y="1415854"/>
            <a:ext cx="6881767" cy="338554"/>
          </a:xfrm>
          <a:prstGeom prst="rect">
            <a:avLst/>
          </a:prstGeom>
          <a:solidFill>
            <a:schemeClr val="bg1"/>
          </a:solid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Analyze Class Balance: </a:t>
            </a:r>
            <a:r>
              <a:rPr lang="en-US" sz="1600" dirty="0">
                <a:latin typeface="Open Sans" panose="020B0606030504020204" pitchFamily="34" charset="0"/>
                <a:ea typeface="Open Sans" panose="020B0606030504020204" pitchFamily="34" charset="0"/>
                <a:cs typeface="Open Sans" panose="020B0606030504020204" pitchFamily="34" charset="0"/>
              </a:rPr>
              <a:t>Checked positive/negative case distribution.</a:t>
            </a:r>
          </a:p>
        </p:txBody>
      </p:sp>
      <p:sp>
        <p:nvSpPr>
          <p:cNvPr id="12" name="TextBox 11">
            <a:extLst>
              <a:ext uri="{FF2B5EF4-FFF2-40B4-BE49-F238E27FC236}">
                <a16:creationId xmlns:a16="http://schemas.microsoft.com/office/drawing/2014/main" id="{F6B5E68B-7261-4890-D491-A24604686C49}"/>
              </a:ext>
            </a:extLst>
          </p:cNvPr>
          <p:cNvSpPr txBox="1"/>
          <p:nvPr/>
        </p:nvSpPr>
        <p:spPr>
          <a:xfrm>
            <a:off x="1748141" y="2405856"/>
            <a:ext cx="6881767" cy="338554"/>
          </a:xfrm>
          <a:prstGeom prst="rect">
            <a:avLst/>
          </a:prstGeom>
          <a:solidFill>
            <a:schemeClr val="bg1"/>
          </a:solid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Text Preprocessing</a:t>
            </a:r>
            <a:r>
              <a:rPr lang="en-US" sz="1600" dirty="0">
                <a:latin typeface="Open Sans" panose="020B0606030504020204" pitchFamily="34" charset="0"/>
                <a:ea typeface="Open Sans" panose="020B0606030504020204" pitchFamily="34" charset="0"/>
                <a:cs typeface="Open Sans" panose="020B0606030504020204" pitchFamily="34" charset="0"/>
              </a:rPr>
              <a:t>:</a:t>
            </a:r>
            <a:r>
              <a:rPr lang="en-GB" sz="1600" dirty="0">
                <a:latin typeface="Open Sans" panose="020B0606030504020204" pitchFamily="34" charset="0"/>
                <a:ea typeface="Open Sans" panose="020B0606030504020204" pitchFamily="34" charset="0"/>
                <a:cs typeface="Open Sans" panose="020B0606030504020204" pitchFamily="34" charset="0"/>
              </a:rPr>
              <a:t> Using Tokenization, Lowercasing and Padding.</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Box 13">
            <a:extLst>
              <a:ext uri="{FF2B5EF4-FFF2-40B4-BE49-F238E27FC236}">
                <a16:creationId xmlns:a16="http://schemas.microsoft.com/office/drawing/2014/main" id="{518A6414-CC87-0EAE-BDBB-24E07027361C}"/>
              </a:ext>
            </a:extLst>
          </p:cNvPr>
          <p:cNvSpPr txBox="1"/>
          <p:nvPr/>
        </p:nvSpPr>
        <p:spPr>
          <a:xfrm>
            <a:off x="1748141" y="3455514"/>
            <a:ext cx="6871414" cy="338554"/>
          </a:xfrm>
          <a:prstGeom prst="rect">
            <a:avLst/>
          </a:prstGeom>
          <a:solidFill>
            <a:schemeClr val="bg1"/>
          </a:solid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Prepare Labels: </a:t>
            </a:r>
            <a:r>
              <a:rPr lang="en-US" sz="1600" dirty="0">
                <a:latin typeface="Open Sans" panose="020B0606030504020204" pitchFamily="34" charset="0"/>
                <a:ea typeface="Open Sans" panose="020B0606030504020204" pitchFamily="34" charset="0"/>
                <a:cs typeface="Open Sans" panose="020B0606030504020204" pitchFamily="34" charset="0"/>
              </a:rPr>
              <a:t>Converted labels to NumPy arrays.</a:t>
            </a:r>
          </a:p>
        </p:txBody>
      </p:sp>
      <p:sp>
        <p:nvSpPr>
          <p:cNvPr id="15" name="TextBox 14">
            <a:extLst>
              <a:ext uri="{FF2B5EF4-FFF2-40B4-BE49-F238E27FC236}">
                <a16:creationId xmlns:a16="http://schemas.microsoft.com/office/drawing/2014/main" id="{4B309C9B-18AF-6D5D-8649-F5EDF46F91A5}"/>
              </a:ext>
            </a:extLst>
          </p:cNvPr>
          <p:cNvSpPr txBox="1"/>
          <p:nvPr/>
        </p:nvSpPr>
        <p:spPr>
          <a:xfrm>
            <a:off x="1758494" y="2937287"/>
            <a:ext cx="6871414" cy="338554"/>
          </a:xfrm>
          <a:prstGeom prst="rect">
            <a:avLst/>
          </a:prstGeom>
          <a:solidFill>
            <a:schemeClr val="bg1"/>
          </a:solid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Data Reshaping: </a:t>
            </a:r>
            <a:r>
              <a:rPr lang="en-US" sz="1600" dirty="0">
                <a:latin typeface="Open Sans" panose="020B0606030504020204" pitchFamily="34" charset="0"/>
                <a:ea typeface="Open Sans" panose="020B0606030504020204" pitchFamily="34" charset="0"/>
                <a:cs typeface="Open Sans" panose="020B0606030504020204" pitchFamily="34" charset="0"/>
              </a:rPr>
              <a:t>Adjusted data dimensions for model input</a:t>
            </a:r>
            <a:r>
              <a:rPr lang="en-US" sz="1600" b="1" dirty="0">
                <a:latin typeface="Open Sans" panose="020B0606030504020204" pitchFamily="34" charset="0"/>
                <a:ea typeface="Open Sans" panose="020B0606030504020204" pitchFamily="34" charset="0"/>
                <a:cs typeface="Open Sans" panose="020B0606030504020204" pitchFamily="34" charset="0"/>
              </a:rPr>
              <a: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24DAEDDD-6457-C2F1-76CB-516AE5B6A814}"/>
              </a:ext>
            </a:extLst>
          </p:cNvPr>
          <p:cNvSpPr txBox="1"/>
          <p:nvPr/>
        </p:nvSpPr>
        <p:spPr>
          <a:xfrm>
            <a:off x="1748141" y="3891097"/>
            <a:ext cx="6871414" cy="584775"/>
          </a:xfrm>
          <a:prstGeom prst="rect">
            <a:avLst/>
          </a:prstGeom>
          <a:solidFill>
            <a:schemeClr val="bg1"/>
          </a:solidFill>
        </p:spPr>
        <p:txBody>
          <a:bodyPr wrap="square">
            <a:spAutoFit/>
          </a:bodyPr>
          <a:lstStyle/>
          <a:p>
            <a:r>
              <a:rPr lang="en-US" sz="1600" b="1" dirty="0">
                <a:latin typeface="Open Sans" panose="020B0606030504020204" pitchFamily="34" charset="0"/>
                <a:ea typeface="Open Sans" panose="020B0606030504020204" pitchFamily="34" charset="0"/>
                <a:cs typeface="Open Sans" panose="020B0606030504020204" pitchFamily="34" charset="0"/>
              </a:rPr>
              <a:t>Split Data: </a:t>
            </a:r>
            <a:r>
              <a:rPr lang="en-US" sz="1600" dirty="0">
                <a:latin typeface="Open Sans" panose="020B0606030504020204" pitchFamily="34" charset="0"/>
                <a:ea typeface="Open Sans" panose="020B0606030504020204" pitchFamily="34" charset="0"/>
                <a:cs typeface="Open Sans" panose="020B0606030504020204" pitchFamily="34" charset="0"/>
              </a:rPr>
              <a:t>Split data into 90% training and 10% testing using train_test_split.</a:t>
            </a:r>
          </a:p>
        </p:txBody>
      </p:sp>
      <p:sp>
        <p:nvSpPr>
          <p:cNvPr id="9" name="TextBox 11">
            <a:extLst>
              <a:ext uri="{FF2B5EF4-FFF2-40B4-BE49-F238E27FC236}">
                <a16:creationId xmlns:a16="http://schemas.microsoft.com/office/drawing/2014/main" id="{AA33FBB3-821B-D275-0093-B37BFF3F38BF}"/>
              </a:ext>
            </a:extLst>
          </p:cNvPr>
          <p:cNvSpPr txBox="1"/>
          <p:nvPr/>
        </p:nvSpPr>
        <p:spPr>
          <a:xfrm>
            <a:off x="1758494" y="1887629"/>
            <a:ext cx="6881767" cy="338554"/>
          </a:xfrm>
          <a:prstGeom prst="rect">
            <a:avLst/>
          </a:prstGeom>
          <a:solidFill>
            <a:schemeClr val="bg1"/>
          </a:solidFill>
        </p:spPr>
        <p:txBody>
          <a:bodyPr wrap="square">
            <a:spAutoFit/>
          </a:bodyPr>
          <a:lstStyle/>
          <a:p>
            <a:r>
              <a:rPr lang="en-GB" sz="1600" b="1" dirty="0">
                <a:latin typeface="Open Sans" panose="020B0606030504020204" pitchFamily="34" charset="0"/>
                <a:ea typeface="Open Sans" panose="020B0606030504020204" pitchFamily="34" charset="0"/>
                <a:cs typeface="Open Sans" panose="020B0606030504020204" pitchFamily="34" charset="0"/>
              </a:rPr>
              <a:t>Consolidate Data: </a:t>
            </a:r>
            <a:r>
              <a:rPr lang="en-GB" sz="1600" dirty="0">
                <a:latin typeface="Open Sans" panose="020B0606030504020204" pitchFamily="34" charset="0"/>
                <a:ea typeface="Open Sans" panose="020B0606030504020204" pitchFamily="34" charset="0"/>
                <a:cs typeface="Open Sans" panose="020B0606030504020204" pitchFamily="34" charset="0"/>
              </a:rPr>
              <a:t>Merged training and testing sets.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Google Shape;518;p38">
            <a:extLst>
              <a:ext uri="{FF2B5EF4-FFF2-40B4-BE49-F238E27FC236}">
                <a16:creationId xmlns:a16="http://schemas.microsoft.com/office/drawing/2014/main" id="{561F75B6-A6D5-36AA-9E79-932FFEE2E48B}"/>
              </a:ext>
            </a:extLst>
          </p:cNvPr>
          <p:cNvSpPr txBox="1">
            <a:spLocks/>
          </p:cNvSpPr>
          <p:nvPr/>
        </p:nvSpPr>
        <p:spPr>
          <a:xfrm>
            <a:off x="876142" y="2859892"/>
            <a:ext cx="734700" cy="447600"/>
          </a:xfrm>
          <a:prstGeom prst="rect">
            <a:avLst/>
          </a:prstGeom>
          <a:solidFill>
            <a:schemeClr val="dk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GB" dirty="0">
                <a:solidFill>
                  <a:schemeClr val="lt1"/>
                </a:solidFill>
              </a:rPr>
              <a:t>05</a:t>
            </a:r>
            <a:endParaRPr lang="en" dirty="0">
              <a:solidFill>
                <a:schemeClr val="lt1"/>
              </a:solidFill>
            </a:endParaRPr>
          </a:p>
        </p:txBody>
      </p:sp>
    </p:spTree>
    <p:extLst>
      <p:ext uri="{BB962C8B-B14F-4D97-AF65-F5344CB8AC3E}">
        <p14:creationId xmlns:p14="http://schemas.microsoft.com/office/powerpoint/2010/main" val="2847945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0C3104F-8D11-D32D-699E-416805CA25BD}"/>
              </a:ext>
            </a:extLst>
          </p:cNvPr>
          <p:cNvSpPr>
            <a:spLocks noGrp="1"/>
          </p:cNvSpPr>
          <p:nvPr>
            <p:ph type="title"/>
          </p:nvPr>
        </p:nvSpPr>
        <p:spPr>
          <a:xfrm>
            <a:off x="2038200" y="1508760"/>
            <a:ext cx="5067600" cy="939498"/>
          </a:xfrm>
        </p:spPr>
        <p:txBody>
          <a:bodyPr/>
          <a:lstStyle/>
          <a:p>
            <a:pPr algn="ctr"/>
            <a:r>
              <a:rPr lang="en-GB" sz="4000" dirty="0"/>
              <a:t>1. CNN Model</a:t>
            </a:r>
            <a:endParaRPr lang="ar-SA" sz="4000" dirty="0"/>
          </a:p>
        </p:txBody>
      </p:sp>
      <p:sp>
        <p:nvSpPr>
          <p:cNvPr id="3" name="مربع نص 2">
            <a:extLst>
              <a:ext uri="{FF2B5EF4-FFF2-40B4-BE49-F238E27FC236}">
                <a16:creationId xmlns:a16="http://schemas.microsoft.com/office/drawing/2014/main" id="{C1DDCB60-A88D-E28B-57EA-C5862CFF99D5}"/>
              </a:ext>
            </a:extLst>
          </p:cNvPr>
          <p:cNvSpPr txBox="1"/>
          <p:nvPr/>
        </p:nvSpPr>
        <p:spPr>
          <a:xfrm>
            <a:off x="1198311" y="2448258"/>
            <a:ext cx="6974139" cy="954107"/>
          </a:xfrm>
          <a:prstGeom prst="rect">
            <a:avLst/>
          </a:prstGeom>
          <a:noFill/>
        </p:spPr>
        <p:txBody>
          <a:bodyPr wrap="square" rtlCol="1">
            <a:spAutoFit/>
          </a:bodyPr>
          <a:lstStyle/>
          <a:p>
            <a:pPr algn="ctr"/>
            <a:r>
              <a:rPr lang="en-GB" b="1" dirty="0">
                <a:latin typeface="Open Sans" panose="020B0606030504020204" pitchFamily="34" charset="0"/>
                <a:ea typeface="Open Sans" panose="020B0606030504020204" pitchFamily="34" charset="0"/>
                <a:cs typeface="Open Sans" panose="020B0606030504020204" pitchFamily="34" charset="0"/>
              </a:rPr>
              <a:t>As part of this project</a:t>
            </a:r>
            <a:r>
              <a:rPr lang="en-GB" dirty="0">
                <a:latin typeface="Open Sans" panose="020B0606030504020204" pitchFamily="34" charset="0"/>
                <a:ea typeface="Open Sans" panose="020B0606030504020204" pitchFamily="34" charset="0"/>
                <a:cs typeface="Open Sans" panose="020B0606030504020204" pitchFamily="34" charset="0"/>
              </a:rPr>
              <a:t>, we </a:t>
            </a:r>
            <a:r>
              <a:rPr lang="en-GB" b="1" dirty="0">
                <a:latin typeface="Open Sans" panose="020B0606030504020204" pitchFamily="34" charset="0"/>
                <a:ea typeface="Open Sans" panose="020B0606030504020204" pitchFamily="34" charset="0"/>
                <a:cs typeface="Open Sans" panose="020B0606030504020204" pitchFamily="34" charset="0"/>
              </a:rPr>
              <a:t>implemented</a:t>
            </a:r>
            <a:r>
              <a:rPr lang="en-GB" dirty="0">
                <a:latin typeface="Open Sans" panose="020B0606030504020204" pitchFamily="34" charset="0"/>
                <a:ea typeface="Open Sans" panose="020B0606030504020204" pitchFamily="34" charset="0"/>
                <a:cs typeface="Open Sans" panose="020B0606030504020204" pitchFamily="34" charset="0"/>
              </a:rPr>
              <a:t> the </a:t>
            </a:r>
            <a:r>
              <a:rPr lang="en-GB" b="1" dirty="0">
                <a:latin typeface="Open Sans" panose="020B0606030504020204" pitchFamily="34" charset="0"/>
                <a:ea typeface="Open Sans" panose="020B0606030504020204" pitchFamily="34" charset="0"/>
                <a:cs typeface="Open Sans" panose="020B0606030504020204" pitchFamily="34" charset="0"/>
              </a:rPr>
              <a:t>CNN</a:t>
            </a:r>
            <a:r>
              <a:rPr lang="en-GB" dirty="0">
                <a:latin typeface="Open Sans" panose="020B0606030504020204" pitchFamily="34" charset="0"/>
                <a:ea typeface="Open Sans" panose="020B0606030504020204" pitchFamily="34" charset="0"/>
                <a:cs typeface="Open Sans" panose="020B0606030504020204" pitchFamily="34" charset="0"/>
              </a:rPr>
              <a:t> model to detect </a:t>
            </a:r>
            <a:r>
              <a:rPr lang="en-GB" b="1" dirty="0">
                <a:latin typeface="Open Sans" panose="020B0606030504020204" pitchFamily="34" charset="0"/>
                <a:ea typeface="Open Sans" panose="020B0606030504020204" pitchFamily="34" charset="0"/>
                <a:cs typeface="Open Sans" panose="020B0606030504020204" pitchFamily="34" charset="0"/>
              </a:rPr>
              <a:t>SQL injection </a:t>
            </a:r>
            <a:r>
              <a:rPr lang="en-GB" dirty="0">
                <a:latin typeface="Open Sans" panose="020B0606030504020204" pitchFamily="34" charset="0"/>
                <a:ea typeface="Open Sans" panose="020B0606030504020204" pitchFamily="34" charset="0"/>
                <a:cs typeface="Open Sans" panose="020B0606030504020204" pitchFamily="34" charset="0"/>
              </a:rPr>
              <a:t>attacks targeting </a:t>
            </a:r>
            <a:r>
              <a:rPr lang="en-GB" b="1" dirty="0">
                <a:latin typeface="Open Sans" panose="020B0606030504020204" pitchFamily="34" charset="0"/>
                <a:ea typeface="Open Sans" panose="020B0606030504020204" pitchFamily="34" charset="0"/>
                <a:cs typeface="Open Sans" panose="020B0606030504020204" pitchFamily="34" charset="0"/>
              </a:rPr>
              <a:t>e-business platforms</a:t>
            </a:r>
            <a:r>
              <a:rPr lang="en-GB" dirty="0">
                <a:latin typeface="Open Sans" panose="020B0606030504020204" pitchFamily="34" charset="0"/>
                <a:ea typeface="Open Sans" panose="020B0606030504020204" pitchFamily="34" charset="0"/>
                <a:cs typeface="Open Sans" panose="020B0606030504020204" pitchFamily="34" charset="0"/>
              </a:rPr>
              <a:t>. The model’s performance will be compared to that of the </a:t>
            </a:r>
            <a:r>
              <a:rPr lang="en-GB" b="1" dirty="0">
                <a:latin typeface="Open Sans" panose="020B0606030504020204" pitchFamily="34" charset="0"/>
                <a:ea typeface="Open Sans" panose="020B0606030504020204" pitchFamily="34" charset="0"/>
                <a:cs typeface="Open Sans" panose="020B0606030504020204" pitchFamily="34" charset="0"/>
              </a:rPr>
              <a:t>CNN-</a:t>
            </a:r>
            <a:r>
              <a:rPr lang="en-GB" b="1" dirty="0" err="1">
                <a:latin typeface="Open Sans" panose="020B0606030504020204" pitchFamily="34" charset="0"/>
                <a:ea typeface="Open Sans" panose="020B0606030504020204" pitchFamily="34" charset="0"/>
                <a:cs typeface="Open Sans" panose="020B0606030504020204" pitchFamily="34" charset="0"/>
              </a:rPr>
              <a:t>BiLSTM</a:t>
            </a:r>
            <a:r>
              <a:rPr lang="en-GB" dirty="0">
                <a:latin typeface="Open Sans" panose="020B0606030504020204" pitchFamily="34" charset="0"/>
                <a:ea typeface="Open Sans" panose="020B0606030504020204" pitchFamily="34" charset="0"/>
                <a:cs typeface="Open Sans" panose="020B0606030504020204" pitchFamily="34" charset="0"/>
              </a:rPr>
              <a:t> model to identify which achieves </a:t>
            </a:r>
            <a:r>
              <a:rPr lang="en-GB" b="1" dirty="0">
                <a:latin typeface="Open Sans" panose="020B0606030504020204" pitchFamily="34" charset="0"/>
                <a:ea typeface="Open Sans" panose="020B0606030504020204" pitchFamily="34" charset="0"/>
                <a:cs typeface="Open Sans" panose="020B0606030504020204" pitchFamily="34" charset="0"/>
              </a:rPr>
              <a:t>superior</a:t>
            </a:r>
            <a:r>
              <a:rPr lang="en-GB" dirty="0">
                <a:latin typeface="Open Sans" panose="020B0606030504020204" pitchFamily="34" charset="0"/>
                <a:ea typeface="Open Sans" panose="020B0606030504020204" pitchFamily="34" charset="0"/>
                <a:cs typeface="Open Sans" panose="020B0606030504020204" pitchFamily="34" charset="0"/>
              </a:rPr>
              <a:t> </a:t>
            </a:r>
            <a:r>
              <a:rPr lang="en-GB" b="1" dirty="0">
                <a:latin typeface="Open Sans" panose="020B0606030504020204" pitchFamily="34" charset="0"/>
                <a:ea typeface="Open Sans" panose="020B0606030504020204" pitchFamily="34" charset="0"/>
                <a:cs typeface="Open Sans" panose="020B0606030504020204" pitchFamily="34" charset="0"/>
              </a:rPr>
              <a:t>accuracy</a:t>
            </a:r>
            <a:r>
              <a:rPr lang="en-GB" dirty="0">
                <a:latin typeface="Open Sans" panose="020B0606030504020204" pitchFamily="34" charset="0"/>
                <a:ea typeface="Open Sans" panose="020B0606030504020204" pitchFamily="34" charset="0"/>
                <a:cs typeface="Open Sans" panose="020B0606030504020204" pitchFamily="34" charset="0"/>
              </a:rPr>
              <a:t> in </a:t>
            </a:r>
            <a:r>
              <a:rPr lang="en-GB" b="1" dirty="0">
                <a:latin typeface="Open Sans" panose="020B0606030504020204" pitchFamily="34" charset="0"/>
                <a:ea typeface="Open Sans" panose="020B0606030504020204" pitchFamily="34" charset="0"/>
                <a:cs typeface="Open Sans" panose="020B0606030504020204" pitchFamily="34" charset="0"/>
              </a:rPr>
              <a:t>early-stage </a:t>
            </a:r>
            <a:r>
              <a:rPr lang="en-GB" dirty="0">
                <a:latin typeface="Open Sans" panose="020B0606030504020204" pitchFamily="34" charset="0"/>
                <a:ea typeface="Open Sans" panose="020B0606030504020204" pitchFamily="34" charset="0"/>
                <a:cs typeface="Open Sans" panose="020B0606030504020204" pitchFamily="34" charset="0"/>
              </a:rPr>
              <a:t>attack detection</a:t>
            </a:r>
            <a:endParaRPr lang="ar-SA" b="1" dirty="0">
              <a:latin typeface="Open Sans" panose="020B0606030504020204" pitchFamily="34" charset="0"/>
              <a:ea typeface="Open Sans" panose="020B0606030504020204" pitchFamily="34" charset="0"/>
            </a:endParaRPr>
          </a:p>
        </p:txBody>
      </p:sp>
    </p:spTree>
    <p:extLst>
      <p:ext uri="{BB962C8B-B14F-4D97-AF65-F5344CB8AC3E}">
        <p14:creationId xmlns:p14="http://schemas.microsoft.com/office/powerpoint/2010/main" val="616778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Diagram 32">
            <a:extLst>
              <a:ext uri="{FF2B5EF4-FFF2-40B4-BE49-F238E27FC236}">
                <a16:creationId xmlns:a16="http://schemas.microsoft.com/office/drawing/2014/main" id="{15F01F99-8ACD-A41D-29A2-9A07A4E35411}"/>
              </a:ext>
            </a:extLst>
          </p:cNvPr>
          <p:cNvGraphicFramePr/>
          <p:nvPr>
            <p:extLst>
              <p:ext uri="{D42A27DB-BD31-4B8C-83A1-F6EECF244321}">
                <p14:modId xmlns:p14="http://schemas.microsoft.com/office/powerpoint/2010/main" val="2773586222"/>
              </p:ext>
            </p:extLst>
          </p:nvPr>
        </p:nvGraphicFramePr>
        <p:xfrm>
          <a:off x="522565" y="270552"/>
          <a:ext cx="7732947" cy="4602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4" name="Google Shape;564;p40">
            <a:extLst>
              <a:ext uri="{FF2B5EF4-FFF2-40B4-BE49-F238E27FC236}">
                <a16:creationId xmlns:a16="http://schemas.microsoft.com/office/drawing/2014/main" id="{94087FE2-3DEB-CF1E-979D-59C4DA7E08F4}"/>
              </a:ext>
            </a:extLst>
          </p:cNvPr>
          <p:cNvGrpSpPr/>
          <p:nvPr/>
        </p:nvGrpSpPr>
        <p:grpSpPr>
          <a:xfrm rot="14757117">
            <a:off x="6857263" y="4180696"/>
            <a:ext cx="4133660" cy="1685220"/>
            <a:chOff x="-1054206" y="-6076106"/>
            <a:chExt cx="6539050" cy="2556032"/>
          </a:xfrm>
        </p:grpSpPr>
        <p:sp>
          <p:nvSpPr>
            <p:cNvPr id="35" name="Google Shape;565;p40">
              <a:extLst>
                <a:ext uri="{FF2B5EF4-FFF2-40B4-BE49-F238E27FC236}">
                  <a16:creationId xmlns:a16="http://schemas.microsoft.com/office/drawing/2014/main" id="{7F59D9F8-2196-0980-F982-451AA53C796B}"/>
                </a:ext>
              </a:extLst>
            </p:cNvPr>
            <p:cNvSpPr/>
            <p:nvPr/>
          </p:nvSpPr>
          <p:spPr>
            <a:xfrm rot="6842883">
              <a:off x="937303" y="-8067615"/>
              <a:ext cx="2556032" cy="6539050"/>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6" name="Google Shape;566;p40">
              <a:extLst>
                <a:ext uri="{FF2B5EF4-FFF2-40B4-BE49-F238E27FC236}">
                  <a16:creationId xmlns:a16="http://schemas.microsoft.com/office/drawing/2014/main" id="{B21C0345-F772-006D-86D3-30893ADC5FAE}"/>
                </a:ext>
              </a:extLst>
            </p:cNvPr>
            <p:cNvSpPr/>
            <p:nvPr/>
          </p:nvSpPr>
          <p:spPr>
            <a:xfrm rot="6842883">
              <a:off x="1099207" y="-8005148"/>
              <a:ext cx="2044969" cy="6334001"/>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944241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30824-12A2-2DDE-CA54-5D7D9F8E1B03}"/>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D38D851-E986-18BD-035F-6591ED81F92B}"/>
              </a:ext>
            </a:extLst>
          </p:cNvPr>
          <p:cNvGraphicFramePr>
            <a:graphicFrameLocks noGrp="1"/>
          </p:cNvGraphicFramePr>
          <p:nvPr>
            <p:extLst>
              <p:ext uri="{D42A27DB-BD31-4B8C-83A1-F6EECF244321}">
                <p14:modId xmlns:p14="http://schemas.microsoft.com/office/powerpoint/2010/main" val="1942345919"/>
              </p:ext>
            </p:extLst>
          </p:nvPr>
        </p:nvGraphicFramePr>
        <p:xfrm>
          <a:off x="991059" y="484284"/>
          <a:ext cx="4468708" cy="1676658"/>
        </p:xfrm>
        <a:graphic>
          <a:graphicData uri="http://schemas.openxmlformats.org/drawingml/2006/table">
            <a:tbl>
              <a:tblPr>
                <a:noFill/>
                <a:tableStyleId>{727AAC60-A749-498C-8D30-4CF4B73C1815}</a:tableStyleId>
              </a:tblPr>
              <a:tblGrid>
                <a:gridCol w="423673">
                  <a:extLst>
                    <a:ext uri="{9D8B030D-6E8A-4147-A177-3AD203B41FA5}">
                      <a16:colId xmlns:a16="http://schemas.microsoft.com/office/drawing/2014/main" val="2578455351"/>
                    </a:ext>
                  </a:extLst>
                </a:gridCol>
                <a:gridCol w="4045035">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GB"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1 .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 Embedding Layer</a:t>
                      </a:r>
                      <a:r>
                        <a:rPr lang="en-US" sz="1600" dirty="0">
                          <a:latin typeface="Open Sans" panose="020B0606030504020204" pitchFamily="34" charset="0"/>
                          <a:ea typeface="Open Sans" panose="020B0606030504020204" pitchFamily="34" charset="0"/>
                          <a:cs typeface="Open Sans" panose="020B0606030504020204" pitchFamily="34" charset="0"/>
                        </a:rPr>
                        <a:t>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Converts input words to dense vectors (output_dim). </a:t>
                      </a:r>
                      <a:endParaRPr lang="ar-SY" sz="1200" dirty="0">
                        <a:latin typeface="Open Sans" panose="020B0606030504020204" pitchFamily="34" charset="0"/>
                        <a:ea typeface="Open Sans" panose="020B0606030504020204" pitchFamily="34" charset="0"/>
                      </a:endParaRP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Utilizes a pre-trained </a:t>
                      </a:r>
                      <a:r>
                        <a:rPr lang="en-US" sz="1200" dirty="0" err="1">
                          <a:latin typeface="Open Sans" panose="020B0606030504020204" pitchFamily="34" charset="0"/>
                          <a:ea typeface="Open Sans" panose="020B0606030504020204" pitchFamily="34" charset="0"/>
                          <a:cs typeface="Open Sans" panose="020B0606030504020204" pitchFamily="34" charset="0"/>
                        </a:rPr>
                        <a:t>embedding_matrix</a:t>
                      </a:r>
                      <a:r>
                        <a:rPr lang="en-US" sz="1200" dirty="0">
                          <a:latin typeface="Open Sans" panose="020B0606030504020204" pitchFamily="34" charset="0"/>
                          <a:ea typeface="Open Sans" panose="020B0606030504020204" pitchFamily="34" charset="0"/>
                          <a:cs typeface="Open Sans" panose="020B0606030504020204" pitchFamily="34" charset="0"/>
                        </a:rPr>
                        <a:t> as initial weights. </a:t>
                      </a:r>
                      <a:endParaRPr lang="ar-SY" sz="1200" dirty="0">
                        <a:latin typeface="Open Sans" panose="020B0606030504020204" pitchFamily="34" charset="0"/>
                        <a:ea typeface="Open Sans" panose="020B0606030504020204" pitchFamily="34" charset="0"/>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13" name="Table 12">
            <a:extLst>
              <a:ext uri="{FF2B5EF4-FFF2-40B4-BE49-F238E27FC236}">
                <a16:creationId xmlns:a16="http://schemas.microsoft.com/office/drawing/2014/main" id="{8BBB7053-58BE-01D8-98E6-75D1CA3B5D83}"/>
              </a:ext>
            </a:extLst>
          </p:cNvPr>
          <p:cNvGraphicFramePr>
            <a:graphicFrameLocks noGrp="1"/>
          </p:cNvGraphicFramePr>
          <p:nvPr>
            <p:extLst>
              <p:ext uri="{D42A27DB-BD31-4B8C-83A1-F6EECF244321}">
                <p14:modId xmlns:p14="http://schemas.microsoft.com/office/powerpoint/2010/main" val="2977464065"/>
              </p:ext>
            </p:extLst>
          </p:nvPr>
        </p:nvGraphicFramePr>
        <p:xfrm>
          <a:off x="991059" y="2494399"/>
          <a:ext cx="4468708" cy="1978753"/>
        </p:xfrm>
        <a:graphic>
          <a:graphicData uri="http://schemas.openxmlformats.org/drawingml/2006/table">
            <a:tbl>
              <a:tblPr>
                <a:noFill/>
                <a:tableStyleId>{727AAC60-A749-498C-8D30-4CF4B73C1815}</a:tableStyleId>
              </a:tblPr>
              <a:tblGrid>
                <a:gridCol w="415047">
                  <a:extLst>
                    <a:ext uri="{9D8B030D-6E8A-4147-A177-3AD203B41FA5}">
                      <a16:colId xmlns:a16="http://schemas.microsoft.com/office/drawing/2014/main" val="2578455351"/>
                    </a:ext>
                  </a:extLst>
                </a:gridCol>
                <a:gridCol w="4053661">
                  <a:extLst>
                    <a:ext uri="{9D8B030D-6E8A-4147-A177-3AD203B41FA5}">
                      <a16:colId xmlns:a16="http://schemas.microsoft.com/office/drawing/2014/main" val="380529335"/>
                    </a:ext>
                  </a:extLst>
                </a:gridCol>
              </a:tblGrid>
              <a:tr h="453513">
                <a:tc rowSpan="2">
                  <a:txBody>
                    <a:bodyPr/>
                    <a:lstStyle/>
                    <a:p>
                      <a:pPr marL="0" lvl="0" indent="0" algn="ctr" rtl="0">
                        <a:spcBef>
                          <a:spcPts val="0"/>
                        </a:spcBef>
                        <a:spcAft>
                          <a:spcPts val="0"/>
                        </a:spcAft>
                        <a:buNone/>
                      </a:pPr>
                      <a:r>
                        <a:rPr lang="en-GB"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2 .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 Spatial Dropout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789101">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Applies spatial dropout with a rate of 0.2 (20%) to the embedding dimensions. </a:t>
                      </a:r>
                      <a:endParaRPr lang="ar-SY" sz="1200" dirty="0">
                        <a:latin typeface="Open Sans" panose="020B0606030504020204" pitchFamily="34" charset="0"/>
                        <a:ea typeface="Open Sans" panose="020B0606030504020204" pitchFamily="34" charset="0"/>
                      </a:endParaRP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Helps prevent overfitting by randomly dropping entire feature maps (embedding dimensions for all words at a specific</a:t>
                      </a:r>
                      <a:r>
                        <a:rPr lang="ar-SA" sz="1200" dirty="0">
                          <a:latin typeface="Open Sans" panose="020B0606030504020204" pitchFamily="34" charset="0"/>
                          <a:ea typeface="Open Sans" panose="020B0606030504020204" pitchFamily="34" charset="0"/>
                          <a:cs typeface="Open Sans" panose="020B0606030504020204" pitchFamily="34" charset="0"/>
                        </a:rPr>
                        <a:t> </a:t>
                      </a:r>
                      <a:r>
                        <a:rPr lang="en-US" sz="1200" dirty="0">
                          <a:latin typeface="Open Sans" panose="020B0606030504020204" pitchFamily="34" charset="0"/>
                          <a:ea typeface="Open Sans" panose="020B0606030504020204" pitchFamily="34" charset="0"/>
                          <a:cs typeface="Open Sans" panose="020B0606030504020204" pitchFamily="34" charset="0"/>
                        </a:rPr>
                        <a:t>position).</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7" name="صورة 6">
            <a:extLst>
              <a:ext uri="{FF2B5EF4-FFF2-40B4-BE49-F238E27FC236}">
                <a16:creationId xmlns:a16="http://schemas.microsoft.com/office/drawing/2014/main" id="{ED7C74AF-21E0-1D9C-67DC-65D89735F177}"/>
              </a:ext>
            </a:extLst>
          </p:cNvPr>
          <p:cNvPicPr>
            <a:picLocks noChangeAspect="1"/>
          </p:cNvPicPr>
          <p:nvPr/>
        </p:nvPicPr>
        <p:blipFill>
          <a:blip r:embed="rId2"/>
          <a:srcRect t="25169" r="11092" b="17359"/>
          <a:stretch/>
        </p:blipFill>
        <p:spPr>
          <a:xfrm>
            <a:off x="5648394" y="3375754"/>
            <a:ext cx="3378755" cy="502910"/>
          </a:xfrm>
          <a:prstGeom prst="rect">
            <a:avLst/>
          </a:prstGeom>
        </p:spPr>
      </p:pic>
      <p:pic>
        <p:nvPicPr>
          <p:cNvPr id="6" name="صورة 5" descr="صورة تحتوي على نص, الخط, لقطة شاشة&#10;&#10;قد يكون المحتوى المعد بواسطة الذكاء الاصطناعي غير صحيح.">
            <a:extLst>
              <a:ext uri="{FF2B5EF4-FFF2-40B4-BE49-F238E27FC236}">
                <a16:creationId xmlns:a16="http://schemas.microsoft.com/office/drawing/2014/main" id="{A094930F-9BD4-D735-472C-CE1C473B97B7}"/>
              </a:ext>
            </a:extLst>
          </p:cNvPr>
          <p:cNvPicPr>
            <a:picLocks noChangeAspect="1"/>
          </p:cNvPicPr>
          <p:nvPr/>
        </p:nvPicPr>
        <p:blipFill>
          <a:blip r:embed="rId3"/>
          <a:srcRect b="3743"/>
          <a:stretch/>
        </p:blipFill>
        <p:spPr>
          <a:xfrm>
            <a:off x="5522750" y="877478"/>
            <a:ext cx="3504399" cy="890269"/>
          </a:xfrm>
          <a:prstGeom prst="rect">
            <a:avLst/>
          </a:prstGeom>
        </p:spPr>
      </p:pic>
    </p:spTree>
    <p:extLst>
      <p:ext uri="{BB962C8B-B14F-4D97-AF65-F5344CB8AC3E}">
        <p14:creationId xmlns:p14="http://schemas.microsoft.com/office/powerpoint/2010/main" val="1400856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F8312-0133-DBD3-B87D-C93227FFA3A8}"/>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95129F52-E8FE-AE89-67EF-98566FD32D2C}"/>
              </a:ext>
            </a:extLst>
          </p:cNvPr>
          <p:cNvGraphicFramePr>
            <a:graphicFrameLocks noGrp="1"/>
          </p:cNvGraphicFramePr>
          <p:nvPr>
            <p:extLst>
              <p:ext uri="{D42A27DB-BD31-4B8C-83A1-F6EECF244321}">
                <p14:modId xmlns:p14="http://schemas.microsoft.com/office/powerpoint/2010/main" val="629777754"/>
              </p:ext>
            </p:extLst>
          </p:nvPr>
        </p:nvGraphicFramePr>
        <p:xfrm>
          <a:off x="870288" y="277574"/>
          <a:ext cx="7557720" cy="2226250"/>
        </p:xfrm>
        <a:graphic>
          <a:graphicData uri="http://schemas.openxmlformats.org/drawingml/2006/table">
            <a:tbl>
              <a:tblPr>
                <a:noFill/>
                <a:tableStyleId>{727AAC60-A749-498C-8D30-4CF4B73C1815}</a:tableStyleId>
              </a:tblPr>
              <a:tblGrid>
                <a:gridCol w="507087">
                  <a:extLst>
                    <a:ext uri="{9D8B030D-6E8A-4147-A177-3AD203B41FA5}">
                      <a16:colId xmlns:a16="http://schemas.microsoft.com/office/drawing/2014/main" val="2578455351"/>
                    </a:ext>
                  </a:extLst>
                </a:gridCol>
                <a:gridCol w="7050633">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3.</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Convolutional And Batch Normalization Layer</a:t>
                      </a:r>
                      <a:r>
                        <a:rPr lang="en-GB" sz="1600" b="1" dirty="0">
                          <a:latin typeface="Open Sans" panose="020B0606030504020204" pitchFamily="34" charset="0"/>
                          <a:ea typeface="Open Sans" panose="020B0606030504020204" pitchFamily="34" charset="0"/>
                          <a:cs typeface="Open Sans" panose="020B0606030504020204" pitchFamily="34" charset="0"/>
                        </a:rPr>
                        <a:t>s</a:t>
                      </a:r>
                      <a:r>
                        <a:rPr lang="en-US" sz="1600" b="1" dirty="0">
                          <a:latin typeface="Open Sans" panose="020B0606030504020204" pitchFamily="34" charset="0"/>
                          <a:ea typeface="Open Sans" panose="020B0606030504020204" pitchFamily="34" charset="0"/>
                          <a:cs typeface="Open Sans" panose="020B0606030504020204" pitchFamily="34" charset="0"/>
                        </a:rPr>
                        <a:t> (Conv1D)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First Conv1D: Employs 256 filters with a kernel_size of 5 and relu activation. Extracts local features from the sequence of embeddings.</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Batch Normalization (BatchNormalization): Follows the first Conv1D layer to improve training stability and speed.</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Second Conv1D: Uses 128 filters with a kernel_size of 5 and relu activation. Learns more abstract features based on the output of the previous convolutional layer.</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5" name="صورة 4">
            <a:extLst>
              <a:ext uri="{FF2B5EF4-FFF2-40B4-BE49-F238E27FC236}">
                <a16:creationId xmlns:a16="http://schemas.microsoft.com/office/drawing/2014/main" id="{E5F961EF-921B-1A0A-3DE5-EA7C8F77B074}"/>
              </a:ext>
            </a:extLst>
          </p:cNvPr>
          <p:cNvPicPr>
            <a:picLocks noChangeAspect="1"/>
          </p:cNvPicPr>
          <p:nvPr/>
        </p:nvPicPr>
        <p:blipFill>
          <a:blip r:embed="rId2"/>
          <a:srcRect t="16616" r="5539" b="21261"/>
          <a:stretch/>
        </p:blipFill>
        <p:spPr>
          <a:xfrm>
            <a:off x="1977211" y="2571750"/>
            <a:ext cx="5343873" cy="802257"/>
          </a:xfrm>
          <a:prstGeom prst="rect">
            <a:avLst/>
          </a:prstGeom>
        </p:spPr>
      </p:pic>
      <p:graphicFrame>
        <p:nvGraphicFramePr>
          <p:cNvPr id="2" name="Table 10">
            <a:extLst>
              <a:ext uri="{FF2B5EF4-FFF2-40B4-BE49-F238E27FC236}">
                <a16:creationId xmlns:a16="http://schemas.microsoft.com/office/drawing/2014/main" id="{90F0CB40-2223-6867-E25A-39E28552360C}"/>
              </a:ext>
            </a:extLst>
          </p:cNvPr>
          <p:cNvGraphicFramePr>
            <a:graphicFrameLocks noGrp="1"/>
          </p:cNvGraphicFramePr>
          <p:nvPr>
            <p:extLst>
              <p:ext uri="{D42A27DB-BD31-4B8C-83A1-F6EECF244321}">
                <p14:modId xmlns:p14="http://schemas.microsoft.com/office/powerpoint/2010/main" val="3493042319"/>
              </p:ext>
            </p:extLst>
          </p:nvPr>
        </p:nvGraphicFramePr>
        <p:xfrm>
          <a:off x="870288" y="3441933"/>
          <a:ext cx="5815185" cy="1326977"/>
        </p:xfrm>
        <a:graphic>
          <a:graphicData uri="http://schemas.openxmlformats.org/drawingml/2006/table">
            <a:tbl>
              <a:tblPr>
                <a:noFill/>
                <a:tableStyleId>{727AAC60-A749-498C-8D30-4CF4B73C1815}</a:tableStyleId>
              </a:tblPr>
              <a:tblGrid>
                <a:gridCol w="495856">
                  <a:extLst>
                    <a:ext uri="{9D8B030D-6E8A-4147-A177-3AD203B41FA5}">
                      <a16:colId xmlns:a16="http://schemas.microsoft.com/office/drawing/2014/main" val="2578455351"/>
                    </a:ext>
                  </a:extLst>
                </a:gridCol>
                <a:gridCol w="5319329">
                  <a:extLst>
                    <a:ext uri="{9D8B030D-6E8A-4147-A177-3AD203B41FA5}">
                      <a16:colId xmlns:a16="http://schemas.microsoft.com/office/drawing/2014/main" val="380529335"/>
                    </a:ext>
                  </a:extLst>
                </a:gridCol>
              </a:tblGrid>
              <a:tr h="384858">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4.</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Max Pooling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900287">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Reduces the sequence length by a factor of pool_size=2.</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Retains the most salient information within each pooling window.</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3" name="صورة 2">
            <a:extLst>
              <a:ext uri="{FF2B5EF4-FFF2-40B4-BE49-F238E27FC236}">
                <a16:creationId xmlns:a16="http://schemas.microsoft.com/office/drawing/2014/main" id="{09EAC781-49E2-61B3-6F44-833032B2F4BF}"/>
              </a:ext>
            </a:extLst>
          </p:cNvPr>
          <p:cNvPicPr>
            <a:picLocks noChangeAspect="1"/>
          </p:cNvPicPr>
          <p:nvPr/>
        </p:nvPicPr>
        <p:blipFill>
          <a:blip r:embed="rId3"/>
          <a:srcRect t="12859" r="17213" b="13074"/>
          <a:stretch/>
        </p:blipFill>
        <p:spPr>
          <a:xfrm>
            <a:off x="6771737" y="4105421"/>
            <a:ext cx="2294625" cy="451321"/>
          </a:xfrm>
          <a:prstGeom prst="rect">
            <a:avLst/>
          </a:prstGeom>
        </p:spPr>
      </p:pic>
    </p:spTree>
    <p:extLst>
      <p:ext uri="{BB962C8B-B14F-4D97-AF65-F5344CB8AC3E}">
        <p14:creationId xmlns:p14="http://schemas.microsoft.com/office/powerpoint/2010/main" val="365212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52E93-BE8F-E66D-BE30-0EA19D0A19EC}"/>
            </a:ext>
          </a:extLst>
        </p:cNvPr>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56DD6B70-7F60-E02B-10E5-7B4E30565C6D}"/>
              </a:ext>
            </a:extLst>
          </p:cNvPr>
          <p:cNvGraphicFramePr>
            <a:graphicFrameLocks noGrp="1"/>
          </p:cNvGraphicFramePr>
          <p:nvPr>
            <p:extLst>
              <p:ext uri="{D42A27DB-BD31-4B8C-83A1-F6EECF244321}">
                <p14:modId xmlns:p14="http://schemas.microsoft.com/office/powerpoint/2010/main" val="2756291585"/>
              </p:ext>
            </p:extLst>
          </p:nvPr>
        </p:nvGraphicFramePr>
        <p:xfrm>
          <a:off x="846678" y="142055"/>
          <a:ext cx="4909296" cy="975300"/>
        </p:xfrm>
        <a:graphic>
          <a:graphicData uri="http://schemas.openxmlformats.org/drawingml/2006/table">
            <a:tbl>
              <a:tblPr>
                <a:noFill/>
                <a:tableStyleId>{727AAC60-A749-498C-8D30-4CF4B73C1815}</a:tableStyleId>
              </a:tblPr>
              <a:tblGrid>
                <a:gridCol w="482324">
                  <a:extLst>
                    <a:ext uri="{9D8B030D-6E8A-4147-A177-3AD203B41FA5}">
                      <a16:colId xmlns:a16="http://schemas.microsoft.com/office/drawing/2014/main" val="2578455351"/>
                    </a:ext>
                  </a:extLst>
                </a:gridCol>
                <a:gridCol w="4426972">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5.</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Flatten Layer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Transforms the 3D output of the Bidirectional LSTM into a 2D tensor, preparing it for the fully connected layers..</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2" name="صورة 11">
            <a:extLst>
              <a:ext uri="{FF2B5EF4-FFF2-40B4-BE49-F238E27FC236}">
                <a16:creationId xmlns:a16="http://schemas.microsoft.com/office/drawing/2014/main" id="{AB5816CF-B135-B387-B62E-D2B7E3D0CC2F}"/>
              </a:ext>
            </a:extLst>
          </p:cNvPr>
          <p:cNvPicPr>
            <a:picLocks noChangeAspect="1"/>
          </p:cNvPicPr>
          <p:nvPr/>
        </p:nvPicPr>
        <p:blipFill>
          <a:blip r:embed="rId3"/>
          <a:srcRect r="39687" b="27576"/>
          <a:stretch/>
        </p:blipFill>
        <p:spPr>
          <a:xfrm>
            <a:off x="6467267" y="386235"/>
            <a:ext cx="1675619" cy="486940"/>
          </a:xfrm>
          <a:prstGeom prst="rect">
            <a:avLst/>
          </a:prstGeom>
        </p:spPr>
      </p:pic>
      <p:graphicFrame>
        <p:nvGraphicFramePr>
          <p:cNvPr id="13" name="Table 12">
            <a:extLst>
              <a:ext uri="{FF2B5EF4-FFF2-40B4-BE49-F238E27FC236}">
                <a16:creationId xmlns:a16="http://schemas.microsoft.com/office/drawing/2014/main" id="{A879C8C2-F505-6EE2-D9E6-C6A99686E715}"/>
              </a:ext>
            </a:extLst>
          </p:cNvPr>
          <p:cNvGraphicFramePr>
            <a:graphicFrameLocks noGrp="1"/>
          </p:cNvGraphicFramePr>
          <p:nvPr>
            <p:extLst>
              <p:ext uri="{D42A27DB-BD31-4B8C-83A1-F6EECF244321}">
                <p14:modId xmlns:p14="http://schemas.microsoft.com/office/powerpoint/2010/main" val="493284571"/>
              </p:ext>
            </p:extLst>
          </p:nvPr>
        </p:nvGraphicFramePr>
        <p:xfrm>
          <a:off x="846677" y="1204605"/>
          <a:ext cx="4909296" cy="1158180"/>
        </p:xfrm>
        <a:graphic>
          <a:graphicData uri="http://schemas.openxmlformats.org/drawingml/2006/table">
            <a:tbl>
              <a:tblPr>
                <a:noFill/>
                <a:tableStyleId>{727AAC60-A749-498C-8D30-4CF4B73C1815}</a:tableStyleId>
              </a:tblPr>
              <a:tblGrid>
                <a:gridCol w="451052">
                  <a:extLst>
                    <a:ext uri="{9D8B030D-6E8A-4147-A177-3AD203B41FA5}">
                      <a16:colId xmlns:a16="http://schemas.microsoft.com/office/drawing/2014/main" val="2578455351"/>
                    </a:ext>
                  </a:extLst>
                </a:gridCol>
                <a:gridCol w="4458244">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6.</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GB" sz="1600" b="1" dirty="0">
                          <a:latin typeface="Open Sans" panose="020B0606030504020204" pitchFamily="34" charset="0"/>
                          <a:ea typeface="Open Sans" panose="020B0606030504020204" pitchFamily="34" charset="0"/>
                          <a:cs typeface="Open Sans" panose="020B0606030504020204" pitchFamily="34" charset="0"/>
                        </a:rPr>
                        <a:t>Dense</a:t>
                      </a:r>
                      <a:r>
                        <a:rPr lang="en-US" sz="1600" b="1" dirty="0">
                          <a:latin typeface="Open Sans" panose="020B0606030504020204" pitchFamily="34" charset="0"/>
                          <a:ea typeface="Open Sans" panose="020B0606030504020204" pitchFamily="34" charset="0"/>
                          <a:cs typeface="Open Sans" panose="020B0606030504020204" pitchFamily="34" charset="0"/>
                        </a:rPr>
                        <a:t>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A fully connected layer with 128 units and relu activation. Learns complex relationships between the flattened features.</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4" name="صورة 13">
            <a:extLst>
              <a:ext uri="{FF2B5EF4-FFF2-40B4-BE49-F238E27FC236}">
                <a16:creationId xmlns:a16="http://schemas.microsoft.com/office/drawing/2014/main" id="{8678A126-9953-ABA4-376F-3054DBCF9C7A}"/>
              </a:ext>
            </a:extLst>
          </p:cNvPr>
          <p:cNvPicPr>
            <a:picLocks noChangeAspect="1"/>
          </p:cNvPicPr>
          <p:nvPr/>
        </p:nvPicPr>
        <p:blipFill>
          <a:blip r:embed="rId4"/>
          <a:srcRect t="20118" r="10090" b="20353"/>
          <a:stretch/>
        </p:blipFill>
        <p:spPr>
          <a:xfrm>
            <a:off x="5925792" y="1540225"/>
            <a:ext cx="3092063" cy="486940"/>
          </a:xfrm>
          <a:prstGeom prst="rect">
            <a:avLst/>
          </a:prstGeom>
        </p:spPr>
      </p:pic>
      <p:graphicFrame>
        <p:nvGraphicFramePr>
          <p:cNvPr id="15" name="Table 10">
            <a:extLst>
              <a:ext uri="{FF2B5EF4-FFF2-40B4-BE49-F238E27FC236}">
                <a16:creationId xmlns:a16="http://schemas.microsoft.com/office/drawing/2014/main" id="{C037136A-A833-32BF-D31C-DB7FACFE82A6}"/>
              </a:ext>
            </a:extLst>
          </p:cNvPr>
          <p:cNvGraphicFramePr>
            <a:graphicFrameLocks noGrp="1"/>
          </p:cNvGraphicFramePr>
          <p:nvPr>
            <p:extLst>
              <p:ext uri="{D42A27DB-BD31-4B8C-83A1-F6EECF244321}">
                <p14:modId xmlns:p14="http://schemas.microsoft.com/office/powerpoint/2010/main" val="1043641965"/>
              </p:ext>
            </p:extLst>
          </p:nvPr>
        </p:nvGraphicFramePr>
        <p:xfrm>
          <a:off x="846677" y="2450036"/>
          <a:ext cx="4909295" cy="975300"/>
        </p:xfrm>
        <a:graphic>
          <a:graphicData uri="http://schemas.openxmlformats.org/drawingml/2006/table">
            <a:tbl>
              <a:tblPr>
                <a:noFill/>
                <a:tableStyleId>{727AAC60-A749-498C-8D30-4CF4B73C1815}</a:tableStyleId>
              </a:tblPr>
              <a:tblGrid>
                <a:gridCol w="440822">
                  <a:extLst>
                    <a:ext uri="{9D8B030D-6E8A-4147-A177-3AD203B41FA5}">
                      <a16:colId xmlns:a16="http://schemas.microsoft.com/office/drawing/2014/main" val="2578455351"/>
                    </a:ext>
                  </a:extLst>
                </a:gridCol>
                <a:gridCol w="4468473">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7.</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Dropout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Applies dropout with a rate of 0.5 (50%) to the units in the preceding Dense layer to prevent overfitting.</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6" name="صورة 15">
            <a:extLst>
              <a:ext uri="{FF2B5EF4-FFF2-40B4-BE49-F238E27FC236}">
                <a16:creationId xmlns:a16="http://schemas.microsoft.com/office/drawing/2014/main" id="{B4F5EBBB-EC96-2D61-7F26-0FA1B35486A6}"/>
              </a:ext>
            </a:extLst>
          </p:cNvPr>
          <p:cNvPicPr>
            <a:picLocks noChangeAspect="1"/>
          </p:cNvPicPr>
          <p:nvPr/>
        </p:nvPicPr>
        <p:blipFill>
          <a:blip r:embed="rId5"/>
          <a:srcRect t="29626" r="26010" b="35491"/>
          <a:stretch/>
        </p:blipFill>
        <p:spPr>
          <a:xfrm>
            <a:off x="6467267" y="2725035"/>
            <a:ext cx="2009114" cy="335621"/>
          </a:xfrm>
          <a:prstGeom prst="rect">
            <a:avLst/>
          </a:prstGeom>
        </p:spPr>
      </p:pic>
      <p:graphicFrame>
        <p:nvGraphicFramePr>
          <p:cNvPr id="17" name="Table 12">
            <a:extLst>
              <a:ext uri="{FF2B5EF4-FFF2-40B4-BE49-F238E27FC236}">
                <a16:creationId xmlns:a16="http://schemas.microsoft.com/office/drawing/2014/main" id="{EAF4723C-245D-9C2A-8A75-0A8EB960FF81}"/>
              </a:ext>
            </a:extLst>
          </p:cNvPr>
          <p:cNvGraphicFramePr>
            <a:graphicFrameLocks noGrp="1"/>
          </p:cNvGraphicFramePr>
          <p:nvPr>
            <p:extLst>
              <p:ext uri="{D42A27DB-BD31-4B8C-83A1-F6EECF244321}">
                <p14:modId xmlns:p14="http://schemas.microsoft.com/office/powerpoint/2010/main" val="3830477572"/>
              </p:ext>
            </p:extLst>
          </p:nvPr>
        </p:nvGraphicFramePr>
        <p:xfrm>
          <a:off x="846677" y="3547093"/>
          <a:ext cx="4909295" cy="1158180"/>
        </p:xfrm>
        <a:graphic>
          <a:graphicData uri="http://schemas.openxmlformats.org/drawingml/2006/table">
            <a:tbl>
              <a:tblPr>
                <a:noFill/>
                <a:tableStyleId>{727AAC60-A749-498C-8D30-4CF4B73C1815}</a:tableStyleId>
              </a:tblPr>
              <a:tblGrid>
                <a:gridCol w="494856">
                  <a:extLst>
                    <a:ext uri="{9D8B030D-6E8A-4147-A177-3AD203B41FA5}">
                      <a16:colId xmlns:a16="http://schemas.microsoft.com/office/drawing/2014/main" val="2578455351"/>
                    </a:ext>
                  </a:extLst>
                </a:gridCol>
                <a:gridCol w="4414439">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8.</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Final Dense Layer (Dense)</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The output layer with 1 unit and sigmoid activation. Suitable for binary classification tasks, outputting a probability between 0 and 1.</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8" name="صورة 17">
            <a:extLst>
              <a:ext uri="{FF2B5EF4-FFF2-40B4-BE49-F238E27FC236}">
                <a16:creationId xmlns:a16="http://schemas.microsoft.com/office/drawing/2014/main" id="{B33809C4-2F1D-B03E-841C-692B8390192C}"/>
              </a:ext>
            </a:extLst>
          </p:cNvPr>
          <p:cNvPicPr>
            <a:picLocks noChangeAspect="1"/>
          </p:cNvPicPr>
          <p:nvPr/>
        </p:nvPicPr>
        <p:blipFill>
          <a:blip r:embed="rId6"/>
          <a:srcRect l="3992" t="26229" r="7096" b="35477"/>
          <a:stretch/>
        </p:blipFill>
        <p:spPr>
          <a:xfrm>
            <a:off x="5925791" y="4063349"/>
            <a:ext cx="3092063" cy="306302"/>
          </a:xfrm>
          <a:prstGeom prst="rect">
            <a:avLst/>
          </a:prstGeom>
        </p:spPr>
      </p:pic>
    </p:spTree>
    <p:extLst>
      <p:ext uri="{BB962C8B-B14F-4D97-AF65-F5344CB8AC3E}">
        <p14:creationId xmlns:p14="http://schemas.microsoft.com/office/powerpoint/2010/main" val="790388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2">
          <a:extLst>
            <a:ext uri="{FF2B5EF4-FFF2-40B4-BE49-F238E27FC236}">
              <a16:creationId xmlns:a16="http://schemas.microsoft.com/office/drawing/2014/main" id="{48E55EC8-42CD-6EDA-5970-5B8B07BA3E95}"/>
            </a:ext>
          </a:extLst>
        </p:cNvPr>
        <p:cNvGrpSpPr/>
        <p:nvPr/>
      </p:nvGrpSpPr>
      <p:grpSpPr>
        <a:xfrm>
          <a:off x="0" y="0"/>
          <a:ext cx="0" cy="0"/>
          <a:chOff x="0" y="0"/>
          <a:chExt cx="0" cy="0"/>
        </a:xfrm>
      </p:grpSpPr>
      <p:sp>
        <p:nvSpPr>
          <p:cNvPr id="483" name="Google Shape;483;p37">
            <a:extLst>
              <a:ext uri="{FF2B5EF4-FFF2-40B4-BE49-F238E27FC236}">
                <a16:creationId xmlns:a16="http://schemas.microsoft.com/office/drawing/2014/main" id="{1A127067-580B-1633-B9E2-716D07BA0A30}"/>
              </a:ext>
            </a:extLst>
          </p:cNvPr>
          <p:cNvSpPr txBox="1">
            <a:spLocks noGrp="1"/>
          </p:cNvSpPr>
          <p:nvPr>
            <p:ph type="title"/>
          </p:nvPr>
        </p:nvSpPr>
        <p:spPr>
          <a:xfrm>
            <a:off x="401099" y="36194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Model Architecture Summary</a:t>
            </a:r>
          </a:p>
        </p:txBody>
      </p:sp>
      <p:grpSp>
        <p:nvGrpSpPr>
          <p:cNvPr id="501" name="Google Shape;501;p37">
            <a:extLst>
              <a:ext uri="{FF2B5EF4-FFF2-40B4-BE49-F238E27FC236}">
                <a16:creationId xmlns:a16="http://schemas.microsoft.com/office/drawing/2014/main" id="{174F5C3D-6439-AD03-8677-D2CE7007A377}"/>
              </a:ext>
            </a:extLst>
          </p:cNvPr>
          <p:cNvGrpSpPr/>
          <p:nvPr/>
        </p:nvGrpSpPr>
        <p:grpSpPr>
          <a:xfrm rot="-5400000">
            <a:off x="6171298" y="2531451"/>
            <a:ext cx="5504155" cy="441251"/>
            <a:chOff x="6304675" y="490675"/>
            <a:chExt cx="3552900" cy="481400"/>
          </a:xfrm>
        </p:grpSpPr>
        <p:cxnSp>
          <p:nvCxnSpPr>
            <p:cNvPr id="502" name="Google Shape;502;p37">
              <a:extLst>
                <a:ext uri="{FF2B5EF4-FFF2-40B4-BE49-F238E27FC236}">
                  <a16:creationId xmlns:a16="http://schemas.microsoft.com/office/drawing/2014/main" id="{78B07793-4BBC-BFAA-6495-D5C083B57363}"/>
                </a:ext>
              </a:extLst>
            </p:cNvPr>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3" name="Google Shape;503;p37">
              <a:extLst>
                <a:ext uri="{FF2B5EF4-FFF2-40B4-BE49-F238E27FC236}">
                  <a16:creationId xmlns:a16="http://schemas.microsoft.com/office/drawing/2014/main" id="{B97DDD7D-A14C-2F59-E75B-D9337F61D0B8}"/>
                </a:ext>
              </a:extLst>
            </p:cNvPr>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4" name="Google Shape;504;p37">
              <a:extLst>
                <a:ext uri="{FF2B5EF4-FFF2-40B4-BE49-F238E27FC236}">
                  <a16:creationId xmlns:a16="http://schemas.microsoft.com/office/drawing/2014/main" id="{60CE6573-8711-D97B-BA57-EF2B35FAC940}"/>
                </a:ext>
              </a:extLst>
            </p:cNvPr>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37">
              <a:extLst>
                <a:ext uri="{FF2B5EF4-FFF2-40B4-BE49-F238E27FC236}">
                  <a16:creationId xmlns:a16="http://schemas.microsoft.com/office/drawing/2014/main" id="{C433B72F-FF66-15FD-2706-D4FCA7BA99C1}"/>
                </a:ext>
              </a:extLst>
            </p:cNvPr>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6" name="Google Shape;506;p37">
              <a:extLst>
                <a:ext uri="{FF2B5EF4-FFF2-40B4-BE49-F238E27FC236}">
                  <a16:creationId xmlns:a16="http://schemas.microsoft.com/office/drawing/2014/main" id="{B4237114-2055-BF17-88ED-85F379BAB233}"/>
                </a:ext>
              </a:extLst>
            </p:cNvPr>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mc:AlternateContent xmlns:mc="http://schemas.openxmlformats.org/markup-compatibility/2006" xmlns:p14="http://schemas.microsoft.com/office/powerpoint/2010/main">
        <mc:Choice Requires="p14">
          <p:contentPart p14:bwMode="auto" r:id="rId3">
            <p14:nvContentPartPr>
              <p14:cNvPr id="28" name="حبر 27">
                <a:extLst>
                  <a:ext uri="{FF2B5EF4-FFF2-40B4-BE49-F238E27FC236}">
                    <a16:creationId xmlns:a16="http://schemas.microsoft.com/office/drawing/2014/main" id="{EBC44AFF-E52F-E6BB-B87F-CBCF94D0DF5B}"/>
                  </a:ext>
                </a:extLst>
              </p14:cNvPr>
              <p14:cNvContentPartPr/>
              <p14:nvPr/>
            </p14:nvContentPartPr>
            <p14:xfrm>
              <a:off x="10349640" y="568224"/>
              <a:ext cx="3240" cy="6480"/>
            </p14:xfrm>
          </p:contentPart>
        </mc:Choice>
        <mc:Fallback xmlns="">
          <p:pic>
            <p:nvPicPr>
              <p:cNvPr id="28" name="حبر 27">
                <a:extLst>
                  <a:ext uri="{FF2B5EF4-FFF2-40B4-BE49-F238E27FC236}">
                    <a16:creationId xmlns:a16="http://schemas.microsoft.com/office/drawing/2014/main" id="{EBC44AFF-E52F-E6BB-B87F-CBCF94D0DF5B}"/>
                  </a:ext>
                </a:extLst>
              </p:cNvPr>
              <p:cNvPicPr/>
              <p:nvPr/>
            </p:nvPicPr>
            <p:blipFill>
              <a:blip r:embed="rId4"/>
              <a:stretch>
                <a:fillRect/>
              </a:stretch>
            </p:blipFill>
            <p:spPr>
              <a:xfrm>
                <a:off x="10340640" y="559224"/>
                <a:ext cx="20880" cy="24120"/>
              </a:xfrm>
              <a:prstGeom prst="rect">
                <a:avLst/>
              </a:prstGeom>
            </p:spPr>
          </p:pic>
        </mc:Fallback>
      </mc:AlternateContent>
      <p:pic>
        <p:nvPicPr>
          <p:cNvPr id="3" name="صورة 2" descr="صورة تحتوي على نص, لقطة شاشة, برمجيات, برامج الوسائط المتعددة&#10;&#10;قد يكون المحتوى المعد بواسطة الذكاء الاصطناعي غير صحيح.">
            <a:extLst>
              <a:ext uri="{FF2B5EF4-FFF2-40B4-BE49-F238E27FC236}">
                <a16:creationId xmlns:a16="http://schemas.microsoft.com/office/drawing/2014/main" id="{89F83397-C18B-7688-B730-72A929DB1E08}"/>
              </a:ext>
            </a:extLst>
          </p:cNvPr>
          <p:cNvPicPr>
            <a:picLocks noChangeAspect="1"/>
          </p:cNvPicPr>
          <p:nvPr/>
        </p:nvPicPr>
        <p:blipFill>
          <a:blip r:embed="rId5"/>
          <a:srcRect t="7256"/>
          <a:stretch/>
        </p:blipFill>
        <p:spPr>
          <a:xfrm>
            <a:off x="1355040" y="1092198"/>
            <a:ext cx="5796118" cy="3528673"/>
          </a:xfrm>
          <a:prstGeom prst="rect">
            <a:avLst/>
          </a:prstGeom>
        </p:spPr>
      </p:pic>
    </p:spTree>
    <p:extLst>
      <p:ext uri="{BB962C8B-B14F-4D97-AF65-F5344CB8AC3E}">
        <p14:creationId xmlns:p14="http://schemas.microsoft.com/office/powerpoint/2010/main" val="984031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0">
          <a:extLst>
            <a:ext uri="{FF2B5EF4-FFF2-40B4-BE49-F238E27FC236}">
              <a16:creationId xmlns:a16="http://schemas.microsoft.com/office/drawing/2014/main" id="{4CB7799A-413C-DE3A-8E00-0067A3469669}"/>
            </a:ext>
          </a:extLst>
        </p:cNvPr>
        <p:cNvGrpSpPr/>
        <p:nvPr/>
      </p:nvGrpSpPr>
      <p:grpSpPr>
        <a:xfrm>
          <a:off x="0" y="0"/>
          <a:ext cx="0" cy="0"/>
          <a:chOff x="0" y="0"/>
          <a:chExt cx="0" cy="0"/>
        </a:xfrm>
      </p:grpSpPr>
      <p:sp>
        <p:nvSpPr>
          <p:cNvPr id="561" name="Google Shape;561;p40">
            <a:extLst>
              <a:ext uri="{FF2B5EF4-FFF2-40B4-BE49-F238E27FC236}">
                <a16:creationId xmlns:a16="http://schemas.microsoft.com/office/drawing/2014/main" id="{75D92F38-A58F-5C53-1A37-A482672E5C7C}"/>
              </a:ext>
            </a:extLst>
          </p:cNvPr>
          <p:cNvSpPr txBox="1">
            <a:spLocks noGrp="1"/>
          </p:cNvSpPr>
          <p:nvPr>
            <p:ph type="title"/>
          </p:nvPr>
        </p:nvSpPr>
        <p:spPr>
          <a:xfrm>
            <a:off x="1221168" y="1889598"/>
            <a:ext cx="6701663" cy="3396506"/>
          </a:xfrm>
          <a:prstGeom prst="rect">
            <a:avLst/>
          </a:prstGeom>
        </p:spPr>
        <p:txBody>
          <a:bodyPr spcFirstLastPara="1" wrap="square" lIns="91425" tIns="91425" rIns="91425" bIns="91425" anchor="b" anchorCtr="0">
            <a:normAutofit fontScale="90000"/>
          </a:bodyPr>
          <a:lstStyle/>
          <a:p>
            <a:pPr algn="ctr">
              <a:lnSpc>
                <a:spcPct val="150000"/>
              </a:lnSpc>
            </a:pPr>
            <a:br>
              <a:rPr lang="en-US" sz="3600" b="1" dirty="0"/>
            </a:br>
            <a:r>
              <a:rPr lang="en-US" sz="4400" dirty="0"/>
              <a:t>2</a:t>
            </a:r>
            <a:r>
              <a:rPr lang="en-US" sz="4400" b="1" dirty="0"/>
              <a:t>. CNN-</a:t>
            </a:r>
            <a:r>
              <a:rPr lang="en-US" sz="4400" b="1" dirty="0" err="1"/>
              <a:t>BiLSTM</a:t>
            </a:r>
            <a:r>
              <a:rPr lang="en-US" sz="4400" b="1" dirty="0"/>
              <a:t> Model</a:t>
            </a:r>
            <a:br>
              <a:rPr lang="en-US" sz="3600" b="1" dirty="0"/>
            </a:br>
            <a:br>
              <a:rPr lang="en-US" sz="3600" dirty="0"/>
            </a:br>
            <a:br>
              <a:rPr lang="en-US" sz="3600" dirty="0"/>
            </a:br>
            <a:r>
              <a:rPr lang="en-US" sz="3600" dirty="0"/>
              <a:t> </a:t>
            </a:r>
            <a:endParaRPr lang="en-US" sz="3600" b="1" dirty="0"/>
          </a:p>
        </p:txBody>
      </p:sp>
      <p:grpSp>
        <p:nvGrpSpPr>
          <p:cNvPr id="564" name="Google Shape;564;p40">
            <a:extLst>
              <a:ext uri="{FF2B5EF4-FFF2-40B4-BE49-F238E27FC236}">
                <a16:creationId xmlns:a16="http://schemas.microsoft.com/office/drawing/2014/main" id="{7EDD524C-A493-A206-0009-71BD70E9C3AC}"/>
              </a:ext>
            </a:extLst>
          </p:cNvPr>
          <p:cNvGrpSpPr/>
          <p:nvPr/>
        </p:nvGrpSpPr>
        <p:grpSpPr>
          <a:xfrm>
            <a:off x="7267314" y="3587851"/>
            <a:ext cx="1876686" cy="4088391"/>
            <a:chOff x="3163538" y="306007"/>
            <a:chExt cx="2665857" cy="6269666"/>
          </a:xfrm>
        </p:grpSpPr>
        <p:sp>
          <p:nvSpPr>
            <p:cNvPr id="565" name="Google Shape;565;p40">
              <a:extLst>
                <a:ext uri="{FF2B5EF4-FFF2-40B4-BE49-F238E27FC236}">
                  <a16:creationId xmlns:a16="http://schemas.microsoft.com/office/drawing/2014/main" id="{8D9A66DC-6A94-9E7C-890F-B7D2359B5734}"/>
                </a:ext>
              </a:extLst>
            </p:cNvPr>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6" name="Google Shape;566;p40">
              <a:extLst>
                <a:ext uri="{FF2B5EF4-FFF2-40B4-BE49-F238E27FC236}">
                  <a16:creationId xmlns:a16="http://schemas.microsoft.com/office/drawing/2014/main" id="{9185E0C0-A978-6398-0F3E-D9FABA077A26}"/>
                </a:ext>
              </a:extLst>
            </p:cNvPr>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7" name="Google Shape;567;p40">
              <a:extLst>
                <a:ext uri="{FF2B5EF4-FFF2-40B4-BE49-F238E27FC236}">
                  <a16:creationId xmlns:a16="http://schemas.microsoft.com/office/drawing/2014/main" id="{4BA223E5-312C-361C-E019-725043D4F9FE}"/>
                </a:ext>
              </a:extLst>
            </p:cNvPr>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40">
              <a:extLst>
                <a:ext uri="{FF2B5EF4-FFF2-40B4-BE49-F238E27FC236}">
                  <a16:creationId xmlns:a16="http://schemas.microsoft.com/office/drawing/2014/main" id="{2C3BFACC-A672-EBD0-3FCE-2414471E4CAD}"/>
                </a:ext>
              </a:extLst>
            </p:cNvPr>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40">
              <a:extLst>
                <a:ext uri="{FF2B5EF4-FFF2-40B4-BE49-F238E27FC236}">
                  <a16:creationId xmlns:a16="http://schemas.microsoft.com/office/drawing/2014/main" id="{9A8189BE-AD63-6F89-7AD9-9CD60EE05CE9}"/>
                </a:ext>
              </a:extLst>
            </p:cNvPr>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40">
              <a:extLst>
                <a:ext uri="{FF2B5EF4-FFF2-40B4-BE49-F238E27FC236}">
                  <a16:creationId xmlns:a16="http://schemas.microsoft.com/office/drawing/2014/main" id="{444AFE9C-25E3-8B2A-FDEC-1BBAEE8343DC}"/>
                </a:ext>
              </a:extLst>
            </p:cNvPr>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40">
              <a:extLst>
                <a:ext uri="{FF2B5EF4-FFF2-40B4-BE49-F238E27FC236}">
                  <a16:creationId xmlns:a16="http://schemas.microsoft.com/office/drawing/2014/main" id="{A772954B-CFCB-043F-5FD1-F0CC65F0F4EB}"/>
                </a:ext>
              </a:extLst>
            </p:cNvPr>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223446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AF73-281A-F3B5-C28D-1EC44F4B5688}"/>
            </a:ext>
          </a:extLst>
        </p:cNvPr>
        <p:cNvGrpSpPr/>
        <p:nvPr/>
      </p:nvGrpSpPr>
      <p:grpSpPr>
        <a:xfrm>
          <a:off x="0" y="0"/>
          <a:ext cx="0" cy="0"/>
          <a:chOff x="0" y="0"/>
          <a:chExt cx="0" cy="0"/>
        </a:xfrm>
      </p:grpSpPr>
      <p:grpSp>
        <p:nvGrpSpPr>
          <p:cNvPr id="34" name="Google Shape;564;p40">
            <a:extLst>
              <a:ext uri="{FF2B5EF4-FFF2-40B4-BE49-F238E27FC236}">
                <a16:creationId xmlns:a16="http://schemas.microsoft.com/office/drawing/2014/main" id="{738098DF-7CD5-0D7A-B546-B907E9E4BF19}"/>
              </a:ext>
            </a:extLst>
          </p:cNvPr>
          <p:cNvGrpSpPr/>
          <p:nvPr/>
        </p:nvGrpSpPr>
        <p:grpSpPr>
          <a:xfrm>
            <a:off x="8245875" y="0"/>
            <a:ext cx="2774787" cy="7110256"/>
            <a:chOff x="3163538" y="306007"/>
            <a:chExt cx="2665857" cy="6269666"/>
          </a:xfrm>
        </p:grpSpPr>
        <p:sp>
          <p:nvSpPr>
            <p:cNvPr id="35" name="Google Shape;565;p40">
              <a:extLst>
                <a:ext uri="{FF2B5EF4-FFF2-40B4-BE49-F238E27FC236}">
                  <a16:creationId xmlns:a16="http://schemas.microsoft.com/office/drawing/2014/main" id="{C85B1DD7-F49D-5D8F-2EB0-C21FB91BBDE9}"/>
                </a:ext>
              </a:extLst>
            </p:cNvPr>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566;p40">
              <a:extLst>
                <a:ext uri="{FF2B5EF4-FFF2-40B4-BE49-F238E27FC236}">
                  <a16:creationId xmlns:a16="http://schemas.microsoft.com/office/drawing/2014/main" id="{94B304F4-57EE-5996-22C3-1A393E111CDD}"/>
                </a:ext>
              </a:extLst>
            </p:cNvPr>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567;p40">
              <a:extLst>
                <a:ext uri="{FF2B5EF4-FFF2-40B4-BE49-F238E27FC236}">
                  <a16:creationId xmlns:a16="http://schemas.microsoft.com/office/drawing/2014/main" id="{63DA237E-71D1-6C0B-287D-0B1C784C53E9}"/>
                </a:ext>
              </a:extLst>
            </p:cNvPr>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568;p40">
              <a:extLst>
                <a:ext uri="{FF2B5EF4-FFF2-40B4-BE49-F238E27FC236}">
                  <a16:creationId xmlns:a16="http://schemas.microsoft.com/office/drawing/2014/main" id="{C6740CF8-7F57-FBE5-53C2-D462997D3ACE}"/>
                </a:ext>
              </a:extLst>
            </p:cNvPr>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569;p40">
              <a:extLst>
                <a:ext uri="{FF2B5EF4-FFF2-40B4-BE49-F238E27FC236}">
                  <a16:creationId xmlns:a16="http://schemas.microsoft.com/office/drawing/2014/main" id="{4F454539-0106-CFE6-367A-FEC47C95FFD6}"/>
                </a:ext>
              </a:extLst>
            </p:cNvPr>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570;p40">
              <a:extLst>
                <a:ext uri="{FF2B5EF4-FFF2-40B4-BE49-F238E27FC236}">
                  <a16:creationId xmlns:a16="http://schemas.microsoft.com/office/drawing/2014/main" id="{1AF03607-67FC-1195-A2C7-843059E49236}"/>
                </a:ext>
              </a:extLst>
            </p:cNvPr>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571;p40">
              <a:extLst>
                <a:ext uri="{FF2B5EF4-FFF2-40B4-BE49-F238E27FC236}">
                  <a16:creationId xmlns:a16="http://schemas.microsoft.com/office/drawing/2014/main" id="{BFBE55C3-9E06-CE79-62FD-D8011F44C2A4}"/>
                </a:ext>
              </a:extLst>
            </p:cNvPr>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aphicFrame>
        <p:nvGraphicFramePr>
          <p:cNvPr id="5" name="Diagram 4">
            <a:extLst>
              <a:ext uri="{FF2B5EF4-FFF2-40B4-BE49-F238E27FC236}">
                <a16:creationId xmlns:a16="http://schemas.microsoft.com/office/drawing/2014/main" id="{9EB0ACE3-74F2-FEB1-6930-37A7D706F357}"/>
              </a:ext>
            </a:extLst>
          </p:cNvPr>
          <p:cNvGraphicFramePr/>
          <p:nvPr>
            <p:extLst>
              <p:ext uri="{D42A27DB-BD31-4B8C-83A1-F6EECF244321}">
                <p14:modId xmlns:p14="http://schemas.microsoft.com/office/powerpoint/2010/main" val="1828384607"/>
              </p:ext>
            </p:extLst>
          </p:nvPr>
        </p:nvGraphicFramePr>
        <p:xfrm>
          <a:off x="734983" y="603676"/>
          <a:ext cx="7674034" cy="43575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2B152605-BC83-D691-26FC-CFE1A6B43208}"/>
              </a:ext>
            </a:extLst>
          </p:cNvPr>
          <p:cNvSpPr txBox="1"/>
          <p:nvPr/>
        </p:nvSpPr>
        <p:spPr>
          <a:xfrm>
            <a:off x="1673578" y="222735"/>
            <a:ext cx="5796844" cy="369332"/>
          </a:xfrm>
          <a:prstGeom prst="rect">
            <a:avLst/>
          </a:prstGeom>
          <a:noFill/>
        </p:spPr>
        <p:txBody>
          <a:bodyPr wrap="square">
            <a:spAutoFit/>
          </a:bodyPr>
          <a:lstStyle>
            <a:defPPr marR="0" lvl="0" algn="l" rtl="0">
              <a:lnSpc>
                <a:spcPct val="100000"/>
              </a:lnSpc>
              <a:spcBef>
                <a:spcPts val="0"/>
              </a:spcBef>
              <a:spcAft>
                <a:spcPts val="0"/>
              </a:spcAft>
            </a:defPPr>
            <a:lvl1pPr>
              <a:defRPr sz="1800" b="1" kern="1200">
                <a:latin typeface="Open Sans" panose="020B0606030504020204" pitchFamily="34" charset="0"/>
                <a:ea typeface="Open Sans" panose="020B0606030504020204" pitchFamily="34" charset="0"/>
                <a:cs typeface="Open Sans" panose="020B0606030504020204" pitchFamily="34" charset="0"/>
              </a:defRPr>
            </a:lvl1pPr>
          </a:lstStyle>
          <a:p>
            <a:pPr algn="ctr"/>
            <a:r>
              <a:rPr lang="en-US" dirty="0"/>
              <a:t>CNN-</a:t>
            </a:r>
            <a:r>
              <a:rPr lang="en-US" dirty="0" err="1"/>
              <a:t>BiLSTM</a:t>
            </a:r>
            <a:r>
              <a:rPr lang="en-US" dirty="0"/>
              <a:t> Model Layers</a:t>
            </a:r>
          </a:p>
        </p:txBody>
      </p:sp>
    </p:spTree>
    <p:extLst>
      <p:ext uri="{BB962C8B-B14F-4D97-AF65-F5344CB8AC3E}">
        <p14:creationId xmlns:p14="http://schemas.microsoft.com/office/powerpoint/2010/main" val="2398869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5220C96A-22F2-F29B-8E06-C9FBAA400BE8}"/>
              </a:ext>
            </a:extLst>
          </p:cNvPr>
          <p:cNvGraphicFramePr>
            <a:graphicFrameLocks noGrp="1"/>
          </p:cNvGraphicFramePr>
          <p:nvPr>
            <p:extLst>
              <p:ext uri="{D42A27DB-BD31-4B8C-83A1-F6EECF244321}">
                <p14:modId xmlns:p14="http://schemas.microsoft.com/office/powerpoint/2010/main" val="1841117088"/>
              </p:ext>
            </p:extLst>
          </p:nvPr>
        </p:nvGraphicFramePr>
        <p:xfrm>
          <a:off x="991058" y="263516"/>
          <a:ext cx="7445576" cy="1128018"/>
        </p:xfrm>
        <a:graphic>
          <a:graphicData uri="http://schemas.openxmlformats.org/drawingml/2006/table">
            <a:tbl>
              <a:tblPr>
                <a:noFill/>
                <a:tableStyleId>{727AAC60-A749-498C-8D30-4CF4B73C1815}</a:tableStyleId>
              </a:tblPr>
              <a:tblGrid>
                <a:gridCol w="432300">
                  <a:extLst>
                    <a:ext uri="{9D8B030D-6E8A-4147-A177-3AD203B41FA5}">
                      <a16:colId xmlns:a16="http://schemas.microsoft.com/office/drawing/2014/main" val="2578455351"/>
                    </a:ext>
                  </a:extLst>
                </a:gridCol>
                <a:gridCol w="7013276">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GB"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1 .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 Embedding Layer</a:t>
                      </a:r>
                      <a:r>
                        <a:rPr lang="en-US" sz="1600" dirty="0">
                          <a:latin typeface="Open Sans" panose="020B0606030504020204" pitchFamily="34" charset="0"/>
                          <a:ea typeface="Open Sans" panose="020B0606030504020204" pitchFamily="34" charset="0"/>
                          <a:cs typeface="Open Sans" panose="020B0606030504020204" pitchFamily="34" charset="0"/>
                        </a:rPr>
                        <a:t>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Converts input words to dense vectors (output_dim). </a:t>
                      </a:r>
                      <a:endParaRPr lang="ar-SY" sz="1200" dirty="0">
                        <a:latin typeface="Open Sans" panose="020B0606030504020204" pitchFamily="34" charset="0"/>
                        <a:ea typeface="Open Sans" panose="020B0606030504020204" pitchFamily="34" charset="0"/>
                      </a:endParaRP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Utilizes a pre-trained </a:t>
                      </a:r>
                      <a:r>
                        <a:rPr lang="en-US" sz="1200" dirty="0" err="1">
                          <a:latin typeface="Open Sans" panose="020B0606030504020204" pitchFamily="34" charset="0"/>
                          <a:ea typeface="Open Sans" panose="020B0606030504020204" pitchFamily="34" charset="0"/>
                          <a:cs typeface="Open Sans" panose="020B0606030504020204" pitchFamily="34" charset="0"/>
                        </a:rPr>
                        <a:t>embedding_matrix</a:t>
                      </a:r>
                      <a:r>
                        <a:rPr lang="en-US" sz="1200" dirty="0">
                          <a:latin typeface="Open Sans" panose="020B0606030504020204" pitchFamily="34" charset="0"/>
                          <a:ea typeface="Open Sans" panose="020B0606030504020204" pitchFamily="34" charset="0"/>
                          <a:cs typeface="Open Sans" panose="020B0606030504020204" pitchFamily="34" charset="0"/>
                        </a:rPr>
                        <a:t> as initial weights. </a:t>
                      </a:r>
                      <a:endParaRPr lang="ar-SY" sz="1200" dirty="0">
                        <a:latin typeface="Open Sans" panose="020B0606030504020204" pitchFamily="34" charset="0"/>
                        <a:ea typeface="Open Sans" panose="020B0606030504020204" pitchFamily="34" charset="0"/>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13" name="Table 12">
            <a:extLst>
              <a:ext uri="{FF2B5EF4-FFF2-40B4-BE49-F238E27FC236}">
                <a16:creationId xmlns:a16="http://schemas.microsoft.com/office/drawing/2014/main" id="{96673527-A809-2462-973C-8C072D927491}"/>
              </a:ext>
            </a:extLst>
          </p:cNvPr>
          <p:cNvGraphicFramePr>
            <a:graphicFrameLocks noGrp="1"/>
          </p:cNvGraphicFramePr>
          <p:nvPr>
            <p:extLst>
              <p:ext uri="{D42A27DB-BD31-4B8C-83A1-F6EECF244321}">
                <p14:modId xmlns:p14="http://schemas.microsoft.com/office/powerpoint/2010/main" val="2766426542"/>
              </p:ext>
            </p:extLst>
          </p:nvPr>
        </p:nvGraphicFramePr>
        <p:xfrm>
          <a:off x="991058" y="2631372"/>
          <a:ext cx="7445576" cy="1430113"/>
        </p:xfrm>
        <a:graphic>
          <a:graphicData uri="http://schemas.openxmlformats.org/drawingml/2006/table">
            <a:tbl>
              <a:tblPr>
                <a:noFill/>
                <a:tableStyleId>{727AAC60-A749-498C-8D30-4CF4B73C1815}</a:tableStyleId>
              </a:tblPr>
              <a:tblGrid>
                <a:gridCol w="432300">
                  <a:extLst>
                    <a:ext uri="{9D8B030D-6E8A-4147-A177-3AD203B41FA5}">
                      <a16:colId xmlns:a16="http://schemas.microsoft.com/office/drawing/2014/main" val="2578455351"/>
                    </a:ext>
                  </a:extLst>
                </a:gridCol>
                <a:gridCol w="7013276">
                  <a:extLst>
                    <a:ext uri="{9D8B030D-6E8A-4147-A177-3AD203B41FA5}">
                      <a16:colId xmlns:a16="http://schemas.microsoft.com/office/drawing/2014/main" val="380529335"/>
                    </a:ext>
                  </a:extLst>
                </a:gridCol>
              </a:tblGrid>
              <a:tr h="453513">
                <a:tc rowSpan="2">
                  <a:txBody>
                    <a:bodyPr/>
                    <a:lstStyle/>
                    <a:p>
                      <a:pPr marL="0" lvl="0" indent="0" algn="ctr" rtl="0">
                        <a:spcBef>
                          <a:spcPts val="0"/>
                        </a:spcBef>
                        <a:spcAft>
                          <a:spcPts val="0"/>
                        </a:spcAft>
                        <a:buNone/>
                      </a:pPr>
                      <a:r>
                        <a:rPr lang="en-GB"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2 .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 Spatial Dropout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789101">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Applies spatial dropout with a rate of 0.2 (20%) to the embedding dimensions. </a:t>
                      </a:r>
                      <a:endParaRPr lang="ar-SY" sz="1200" dirty="0">
                        <a:latin typeface="Open Sans" panose="020B0606030504020204" pitchFamily="34" charset="0"/>
                        <a:ea typeface="Open Sans" panose="020B0606030504020204" pitchFamily="34" charset="0"/>
                      </a:endParaRP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Helps prevent overfitting by randomly dropping entire feature maps (embedding dimensions for all words at a specific</a:t>
                      </a:r>
                      <a:r>
                        <a:rPr lang="ar-SA" sz="1200" dirty="0">
                          <a:latin typeface="Open Sans" panose="020B0606030504020204" pitchFamily="34" charset="0"/>
                          <a:ea typeface="Open Sans" panose="020B0606030504020204" pitchFamily="34" charset="0"/>
                          <a:cs typeface="Open Sans" panose="020B0606030504020204" pitchFamily="34" charset="0"/>
                        </a:rPr>
                        <a:t> </a:t>
                      </a:r>
                      <a:r>
                        <a:rPr lang="en-US" sz="1200" dirty="0">
                          <a:latin typeface="Open Sans" panose="020B0606030504020204" pitchFamily="34" charset="0"/>
                          <a:ea typeface="Open Sans" panose="020B0606030504020204" pitchFamily="34" charset="0"/>
                          <a:cs typeface="Open Sans" panose="020B0606030504020204" pitchFamily="34" charset="0"/>
                        </a:rPr>
                        <a:t>position).</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6" name="صورة 5" descr="صورة تحتوي على نص, الخط, لقطة شاشة&#10;&#10;قد يكون المحتوى المعد بواسطة الذكاء الاصطناعي غير صحيح.">
            <a:extLst>
              <a:ext uri="{FF2B5EF4-FFF2-40B4-BE49-F238E27FC236}">
                <a16:creationId xmlns:a16="http://schemas.microsoft.com/office/drawing/2014/main" id="{547C0DD7-B036-2355-BC4B-18AF197D91B5}"/>
              </a:ext>
            </a:extLst>
          </p:cNvPr>
          <p:cNvPicPr>
            <a:picLocks noChangeAspect="1"/>
          </p:cNvPicPr>
          <p:nvPr/>
        </p:nvPicPr>
        <p:blipFill>
          <a:blip r:embed="rId2"/>
          <a:srcRect b="3743"/>
          <a:stretch/>
        </p:blipFill>
        <p:spPr>
          <a:xfrm>
            <a:off x="2677983" y="1549804"/>
            <a:ext cx="3788034" cy="962325"/>
          </a:xfrm>
          <a:prstGeom prst="rect">
            <a:avLst/>
          </a:prstGeom>
        </p:spPr>
      </p:pic>
      <p:pic>
        <p:nvPicPr>
          <p:cNvPr id="2" name="صورة 1">
            <a:extLst>
              <a:ext uri="{FF2B5EF4-FFF2-40B4-BE49-F238E27FC236}">
                <a16:creationId xmlns:a16="http://schemas.microsoft.com/office/drawing/2014/main" id="{64FBC217-9CB0-7974-7170-14002F82A332}"/>
              </a:ext>
            </a:extLst>
          </p:cNvPr>
          <p:cNvPicPr>
            <a:picLocks noChangeAspect="1"/>
          </p:cNvPicPr>
          <p:nvPr/>
        </p:nvPicPr>
        <p:blipFill>
          <a:blip r:embed="rId3"/>
          <a:srcRect t="25169" r="11092" b="17359"/>
          <a:stretch/>
        </p:blipFill>
        <p:spPr>
          <a:xfrm>
            <a:off x="2766663" y="4180728"/>
            <a:ext cx="3610674" cy="537430"/>
          </a:xfrm>
          <a:prstGeom prst="rect">
            <a:avLst/>
          </a:prstGeom>
        </p:spPr>
      </p:pic>
    </p:spTree>
    <p:extLst>
      <p:ext uri="{BB962C8B-B14F-4D97-AF65-F5344CB8AC3E}">
        <p14:creationId xmlns:p14="http://schemas.microsoft.com/office/powerpoint/2010/main" val="2530173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1057-4607-121D-899C-327DBBE8D5FA}"/>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223B558F-0B50-4A2E-070A-B5C16002AD0C}"/>
              </a:ext>
            </a:extLst>
          </p:cNvPr>
          <p:cNvGraphicFramePr>
            <a:graphicFrameLocks noGrp="1"/>
          </p:cNvGraphicFramePr>
          <p:nvPr>
            <p:extLst>
              <p:ext uri="{D42A27DB-BD31-4B8C-83A1-F6EECF244321}">
                <p14:modId xmlns:p14="http://schemas.microsoft.com/office/powerpoint/2010/main" val="2961257226"/>
              </p:ext>
            </p:extLst>
          </p:nvPr>
        </p:nvGraphicFramePr>
        <p:xfrm>
          <a:off x="922045" y="804870"/>
          <a:ext cx="7704000" cy="2226250"/>
        </p:xfrm>
        <a:graphic>
          <a:graphicData uri="http://schemas.openxmlformats.org/drawingml/2006/table">
            <a:tbl>
              <a:tblPr>
                <a:noFill/>
                <a:tableStyleId>{727AAC60-A749-498C-8D30-4CF4B73C1815}</a:tableStyleId>
              </a:tblPr>
              <a:tblGrid>
                <a:gridCol w="406422">
                  <a:extLst>
                    <a:ext uri="{9D8B030D-6E8A-4147-A177-3AD203B41FA5}">
                      <a16:colId xmlns:a16="http://schemas.microsoft.com/office/drawing/2014/main" val="2578455351"/>
                    </a:ext>
                  </a:extLst>
                </a:gridCol>
                <a:gridCol w="7297578">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3.</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Convolutional And Batch Normalization Layer</a:t>
                      </a:r>
                      <a:r>
                        <a:rPr lang="en-GB" sz="1600" b="1" dirty="0">
                          <a:latin typeface="Open Sans" panose="020B0606030504020204" pitchFamily="34" charset="0"/>
                          <a:ea typeface="Open Sans" panose="020B0606030504020204" pitchFamily="34" charset="0"/>
                          <a:cs typeface="Open Sans" panose="020B0606030504020204" pitchFamily="34" charset="0"/>
                        </a:rPr>
                        <a:t>s</a:t>
                      </a:r>
                      <a:r>
                        <a:rPr lang="en-US" sz="1600" b="1" dirty="0">
                          <a:latin typeface="Open Sans" panose="020B0606030504020204" pitchFamily="34" charset="0"/>
                          <a:ea typeface="Open Sans" panose="020B0606030504020204" pitchFamily="34" charset="0"/>
                          <a:cs typeface="Open Sans" panose="020B0606030504020204" pitchFamily="34" charset="0"/>
                        </a:rPr>
                        <a:t> (Conv1D)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First Conv1D: Employs 256 filters with a kernel_size of 5 and relu activation. Extracts local features from the sequence of embeddings.</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Batch Normalization (BatchNormalization): Follows the first Conv1D layer to improve training stability and speed.</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Second Conv1D: Uses 128 filters with a kernel_size of 5 and relu activation. Learns more abstract features based on the output of the previous convolutional layer.</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5" name="صورة 4">
            <a:extLst>
              <a:ext uri="{FF2B5EF4-FFF2-40B4-BE49-F238E27FC236}">
                <a16:creationId xmlns:a16="http://schemas.microsoft.com/office/drawing/2014/main" id="{589E2833-8700-F103-F23E-0BF35728D798}"/>
              </a:ext>
            </a:extLst>
          </p:cNvPr>
          <p:cNvPicPr>
            <a:picLocks noChangeAspect="1"/>
          </p:cNvPicPr>
          <p:nvPr/>
        </p:nvPicPr>
        <p:blipFill>
          <a:blip r:embed="rId2"/>
          <a:srcRect t="16363" r="5081" b="20847"/>
          <a:stretch/>
        </p:blipFill>
        <p:spPr>
          <a:xfrm>
            <a:off x="1654210" y="3372472"/>
            <a:ext cx="6397999" cy="966158"/>
          </a:xfrm>
          <a:prstGeom prst="rect">
            <a:avLst/>
          </a:prstGeom>
        </p:spPr>
      </p:pic>
    </p:spTree>
    <p:extLst>
      <p:ext uri="{BB962C8B-B14F-4D97-AF65-F5344CB8AC3E}">
        <p14:creationId xmlns:p14="http://schemas.microsoft.com/office/powerpoint/2010/main" val="12739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00008-7CA5-2212-C043-372B46FEC132}"/>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D0079796-574B-0F9F-59F8-F9026A3C0D67}"/>
              </a:ext>
            </a:extLst>
          </p:cNvPr>
          <p:cNvGraphicFramePr>
            <a:graphicFrameLocks noGrp="1"/>
          </p:cNvGraphicFramePr>
          <p:nvPr>
            <p:extLst>
              <p:ext uri="{D42A27DB-BD31-4B8C-83A1-F6EECF244321}">
                <p14:modId xmlns:p14="http://schemas.microsoft.com/office/powerpoint/2010/main" val="3144103587"/>
              </p:ext>
            </p:extLst>
          </p:nvPr>
        </p:nvGraphicFramePr>
        <p:xfrm>
          <a:off x="846679" y="191579"/>
          <a:ext cx="5190136" cy="1410355"/>
        </p:xfrm>
        <a:graphic>
          <a:graphicData uri="http://schemas.openxmlformats.org/drawingml/2006/table">
            <a:tbl>
              <a:tblPr>
                <a:noFill/>
                <a:tableStyleId>{727AAC60-A749-498C-8D30-4CF4B73C1815}</a:tableStyleId>
              </a:tblPr>
              <a:tblGrid>
                <a:gridCol w="442558">
                  <a:extLst>
                    <a:ext uri="{9D8B030D-6E8A-4147-A177-3AD203B41FA5}">
                      <a16:colId xmlns:a16="http://schemas.microsoft.com/office/drawing/2014/main" val="2578455351"/>
                    </a:ext>
                  </a:extLst>
                </a:gridCol>
                <a:gridCol w="4747578">
                  <a:extLst>
                    <a:ext uri="{9D8B030D-6E8A-4147-A177-3AD203B41FA5}">
                      <a16:colId xmlns:a16="http://schemas.microsoft.com/office/drawing/2014/main" val="380529335"/>
                    </a:ext>
                  </a:extLst>
                </a:gridCol>
              </a:tblGrid>
              <a:tr h="433755">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4.</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Max Pooling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Reduces the sequence length by a factor of pool_size=2.</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Retains the most salient information within each pooling window.</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graphicFrame>
        <p:nvGraphicFramePr>
          <p:cNvPr id="13" name="Table 12">
            <a:extLst>
              <a:ext uri="{FF2B5EF4-FFF2-40B4-BE49-F238E27FC236}">
                <a16:creationId xmlns:a16="http://schemas.microsoft.com/office/drawing/2014/main" id="{528528A8-46FD-4445-2097-EEFCC2F8C38C}"/>
              </a:ext>
            </a:extLst>
          </p:cNvPr>
          <p:cNvGraphicFramePr>
            <a:graphicFrameLocks noGrp="1"/>
          </p:cNvGraphicFramePr>
          <p:nvPr>
            <p:extLst>
              <p:ext uri="{D42A27DB-BD31-4B8C-83A1-F6EECF244321}">
                <p14:modId xmlns:p14="http://schemas.microsoft.com/office/powerpoint/2010/main" val="238247157"/>
              </p:ext>
            </p:extLst>
          </p:nvPr>
        </p:nvGraphicFramePr>
        <p:xfrm>
          <a:off x="846679" y="1711859"/>
          <a:ext cx="7814242" cy="1951930"/>
        </p:xfrm>
        <a:graphic>
          <a:graphicData uri="http://schemas.openxmlformats.org/drawingml/2006/table">
            <a:tbl>
              <a:tblPr>
                <a:noFill/>
                <a:tableStyleId>{727AAC60-A749-498C-8D30-4CF4B73C1815}</a:tableStyleId>
              </a:tblPr>
              <a:tblGrid>
                <a:gridCol w="438657">
                  <a:extLst>
                    <a:ext uri="{9D8B030D-6E8A-4147-A177-3AD203B41FA5}">
                      <a16:colId xmlns:a16="http://schemas.microsoft.com/office/drawing/2014/main" val="2578455351"/>
                    </a:ext>
                  </a:extLst>
                </a:gridCol>
                <a:gridCol w="7375585">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5.</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Bidirectional LSTM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Uses 128 LSTM units.</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Processes the sequence in both forward and backward directions to capture context from both preceding and succeeding words.</a:t>
                      </a:r>
                    </a:p>
                    <a:p>
                      <a:pPr marL="285750" lvl="0" indent="-285750" algn="l" rtl="0">
                        <a:lnSpc>
                          <a:spcPct val="150000"/>
                        </a:lnSpc>
                        <a:spcBef>
                          <a:spcPts val="0"/>
                        </a:spcBef>
                        <a:spcAft>
                          <a:spcPts val="0"/>
                        </a:spcAft>
                        <a:buFont typeface="Arial" panose="020B0604020202020204" pitchFamily="34" charset="0"/>
                        <a:buChar char="•"/>
                      </a:pPr>
                      <a:r>
                        <a:rPr lang="en-US" sz="1200" dirty="0">
                          <a:latin typeface="Open Sans" panose="020B0606030504020204" pitchFamily="34" charset="0"/>
                          <a:ea typeface="Open Sans" panose="020B0606030504020204" pitchFamily="34" charset="0"/>
                          <a:cs typeface="Open Sans" panose="020B0606030504020204" pitchFamily="34" charset="0"/>
                        </a:rPr>
                        <a:t>return_sequences=True indicates that the layer outputs a sequence of outputs for each time step.</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5" name="صورة 4">
            <a:extLst>
              <a:ext uri="{FF2B5EF4-FFF2-40B4-BE49-F238E27FC236}">
                <a16:creationId xmlns:a16="http://schemas.microsoft.com/office/drawing/2014/main" id="{D8E12BF0-F959-084C-104A-AA6E10DD5764}"/>
              </a:ext>
            </a:extLst>
          </p:cNvPr>
          <p:cNvPicPr>
            <a:picLocks noChangeAspect="1"/>
          </p:cNvPicPr>
          <p:nvPr/>
        </p:nvPicPr>
        <p:blipFill>
          <a:blip r:embed="rId2"/>
          <a:srcRect t="27000" r="16489" b="12641"/>
          <a:stretch/>
        </p:blipFill>
        <p:spPr>
          <a:xfrm>
            <a:off x="6212784" y="879503"/>
            <a:ext cx="2608426" cy="414459"/>
          </a:xfrm>
          <a:prstGeom prst="rect">
            <a:avLst/>
          </a:prstGeom>
        </p:spPr>
      </p:pic>
      <p:pic>
        <p:nvPicPr>
          <p:cNvPr id="7" name="صورة 6">
            <a:extLst>
              <a:ext uri="{FF2B5EF4-FFF2-40B4-BE49-F238E27FC236}">
                <a16:creationId xmlns:a16="http://schemas.microsoft.com/office/drawing/2014/main" id="{BE8695D9-CD09-77C6-167F-02C497807CE2}"/>
              </a:ext>
            </a:extLst>
          </p:cNvPr>
          <p:cNvPicPr>
            <a:picLocks noChangeAspect="1"/>
          </p:cNvPicPr>
          <p:nvPr/>
        </p:nvPicPr>
        <p:blipFill>
          <a:blip r:embed="rId3"/>
          <a:srcRect t="21524" r="9350" b="19005"/>
          <a:stretch/>
        </p:blipFill>
        <p:spPr>
          <a:xfrm>
            <a:off x="1907238" y="3893569"/>
            <a:ext cx="5329524" cy="557661"/>
          </a:xfrm>
          <a:prstGeom prst="rect">
            <a:avLst/>
          </a:prstGeom>
        </p:spPr>
      </p:pic>
    </p:spTree>
    <p:extLst>
      <p:ext uri="{BB962C8B-B14F-4D97-AF65-F5344CB8AC3E}">
        <p14:creationId xmlns:p14="http://schemas.microsoft.com/office/powerpoint/2010/main" val="4110172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A6BFA-8149-5E29-5AC3-2B1639E2C626}"/>
            </a:ext>
          </a:extLst>
        </p:cNvPr>
        <p:cNvGrpSpPr/>
        <p:nvPr/>
      </p:nvGrpSpPr>
      <p:grpSpPr>
        <a:xfrm>
          <a:off x="0" y="0"/>
          <a:ext cx="0" cy="0"/>
          <a:chOff x="0" y="0"/>
          <a:chExt cx="0" cy="0"/>
        </a:xfrm>
      </p:grpSpPr>
      <p:graphicFrame>
        <p:nvGraphicFramePr>
          <p:cNvPr id="10" name="Table 10">
            <a:extLst>
              <a:ext uri="{FF2B5EF4-FFF2-40B4-BE49-F238E27FC236}">
                <a16:creationId xmlns:a16="http://schemas.microsoft.com/office/drawing/2014/main" id="{20B5991D-C354-6464-3EB8-E0A744BDAFD3}"/>
              </a:ext>
            </a:extLst>
          </p:cNvPr>
          <p:cNvGraphicFramePr>
            <a:graphicFrameLocks noGrp="1"/>
          </p:cNvGraphicFramePr>
          <p:nvPr>
            <p:extLst>
              <p:ext uri="{D42A27DB-BD31-4B8C-83A1-F6EECF244321}">
                <p14:modId xmlns:p14="http://schemas.microsoft.com/office/powerpoint/2010/main" val="3175138549"/>
              </p:ext>
            </p:extLst>
          </p:nvPr>
        </p:nvGraphicFramePr>
        <p:xfrm>
          <a:off x="846678" y="142055"/>
          <a:ext cx="4909296" cy="975300"/>
        </p:xfrm>
        <a:graphic>
          <a:graphicData uri="http://schemas.openxmlformats.org/drawingml/2006/table">
            <a:tbl>
              <a:tblPr>
                <a:noFill/>
                <a:tableStyleId>{727AAC60-A749-498C-8D30-4CF4B73C1815}</a:tableStyleId>
              </a:tblPr>
              <a:tblGrid>
                <a:gridCol w="386899">
                  <a:extLst>
                    <a:ext uri="{9D8B030D-6E8A-4147-A177-3AD203B41FA5}">
                      <a16:colId xmlns:a16="http://schemas.microsoft.com/office/drawing/2014/main" val="2578455351"/>
                    </a:ext>
                  </a:extLst>
                </a:gridCol>
                <a:gridCol w="4522397">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6.</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Flatten Layer </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Transforms the 3D output of the Bidirectional LSTM into a 2D tensor, preparing it for the fully connected layers..</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2" name="صورة 11">
            <a:extLst>
              <a:ext uri="{FF2B5EF4-FFF2-40B4-BE49-F238E27FC236}">
                <a16:creationId xmlns:a16="http://schemas.microsoft.com/office/drawing/2014/main" id="{AD60DDB2-3EDE-8D36-F9BF-0FA5C3530AE4}"/>
              </a:ext>
            </a:extLst>
          </p:cNvPr>
          <p:cNvPicPr>
            <a:picLocks noChangeAspect="1"/>
          </p:cNvPicPr>
          <p:nvPr/>
        </p:nvPicPr>
        <p:blipFill>
          <a:blip r:embed="rId3"/>
          <a:srcRect r="39687" b="27576"/>
          <a:stretch/>
        </p:blipFill>
        <p:spPr>
          <a:xfrm>
            <a:off x="6556794" y="451417"/>
            <a:ext cx="1830055" cy="531820"/>
          </a:xfrm>
          <a:prstGeom prst="rect">
            <a:avLst/>
          </a:prstGeom>
        </p:spPr>
      </p:pic>
      <p:graphicFrame>
        <p:nvGraphicFramePr>
          <p:cNvPr id="13" name="Table 12">
            <a:extLst>
              <a:ext uri="{FF2B5EF4-FFF2-40B4-BE49-F238E27FC236}">
                <a16:creationId xmlns:a16="http://schemas.microsoft.com/office/drawing/2014/main" id="{0209E6E3-C13C-542C-EEC3-B105355BFDFC}"/>
              </a:ext>
            </a:extLst>
          </p:cNvPr>
          <p:cNvGraphicFramePr>
            <a:graphicFrameLocks noGrp="1"/>
          </p:cNvGraphicFramePr>
          <p:nvPr>
            <p:extLst>
              <p:ext uri="{D42A27DB-BD31-4B8C-83A1-F6EECF244321}">
                <p14:modId xmlns:p14="http://schemas.microsoft.com/office/powerpoint/2010/main" val="3805437727"/>
              </p:ext>
            </p:extLst>
          </p:nvPr>
        </p:nvGraphicFramePr>
        <p:xfrm>
          <a:off x="846677" y="1204605"/>
          <a:ext cx="4909296" cy="1158180"/>
        </p:xfrm>
        <a:graphic>
          <a:graphicData uri="http://schemas.openxmlformats.org/drawingml/2006/table">
            <a:tbl>
              <a:tblPr>
                <a:noFill/>
                <a:tableStyleId>{727AAC60-A749-498C-8D30-4CF4B73C1815}</a:tableStyleId>
              </a:tblPr>
              <a:tblGrid>
                <a:gridCol w="386900">
                  <a:extLst>
                    <a:ext uri="{9D8B030D-6E8A-4147-A177-3AD203B41FA5}">
                      <a16:colId xmlns:a16="http://schemas.microsoft.com/office/drawing/2014/main" val="2578455351"/>
                    </a:ext>
                  </a:extLst>
                </a:gridCol>
                <a:gridCol w="4522396">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7.</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GB" sz="1600" b="1" dirty="0">
                          <a:latin typeface="Open Sans" panose="020B0606030504020204" pitchFamily="34" charset="0"/>
                          <a:ea typeface="Open Sans" panose="020B0606030504020204" pitchFamily="34" charset="0"/>
                          <a:cs typeface="Open Sans" panose="020B0606030504020204" pitchFamily="34" charset="0"/>
                        </a:rPr>
                        <a:t>Dense</a:t>
                      </a:r>
                      <a:r>
                        <a:rPr lang="en-US" sz="1600" b="1" dirty="0">
                          <a:latin typeface="Open Sans" panose="020B0606030504020204" pitchFamily="34" charset="0"/>
                          <a:ea typeface="Open Sans" panose="020B0606030504020204" pitchFamily="34" charset="0"/>
                          <a:cs typeface="Open Sans" panose="020B0606030504020204" pitchFamily="34" charset="0"/>
                        </a:rPr>
                        <a:t>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A fully connected layer with 128 units and relu activation. Learns complex relationships between the flattened features.</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4" name="صورة 13">
            <a:extLst>
              <a:ext uri="{FF2B5EF4-FFF2-40B4-BE49-F238E27FC236}">
                <a16:creationId xmlns:a16="http://schemas.microsoft.com/office/drawing/2014/main" id="{55CA6F2B-3DA8-F6B1-E7BA-25166B001CC1}"/>
              </a:ext>
            </a:extLst>
          </p:cNvPr>
          <p:cNvPicPr>
            <a:picLocks noChangeAspect="1"/>
          </p:cNvPicPr>
          <p:nvPr/>
        </p:nvPicPr>
        <p:blipFill>
          <a:blip r:embed="rId4"/>
          <a:srcRect t="20118" r="10090" b="20353"/>
          <a:stretch/>
        </p:blipFill>
        <p:spPr>
          <a:xfrm>
            <a:off x="5925792" y="1540225"/>
            <a:ext cx="3092063" cy="486940"/>
          </a:xfrm>
          <a:prstGeom prst="rect">
            <a:avLst/>
          </a:prstGeom>
        </p:spPr>
      </p:pic>
      <p:graphicFrame>
        <p:nvGraphicFramePr>
          <p:cNvPr id="15" name="Table 10">
            <a:extLst>
              <a:ext uri="{FF2B5EF4-FFF2-40B4-BE49-F238E27FC236}">
                <a16:creationId xmlns:a16="http://schemas.microsoft.com/office/drawing/2014/main" id="{8C51E097-9619-762B-3840-45993BF6A7A3}"/>
              </a:ext>
            </a:extLst>
          </p:cNvPr>
          <p:cNvGraphicFramePr>
            <a:graphicFrameLocks noGrp="1"/>
          </p:cNvGraphicFramePr>
          <p:nvPr>
            <p:extLst>
              <p:ext uri="{D42A27DB-BD31-4B8C-83A1-F6EECF244321}">
                <p14:modId xmlns:p14="http://schemas.microsoft.com/office/powerpoint/2010/main" val="3959442369"/>
              </p:ext>
            </p:extLst>
          </p:nvPr>
        </p:nvGraphicFramePr>
        <p:xfrm>
          <a:off x="846677" y="2450036"/>
          <a:ext cx="4909295" cy="975300"/>
        </p:xfrm>
        <a:graphic>
          <a:graphicData uri="http://schemas.openxmlformats.org/drawingml/2006/table">
            <a:tbl>
              <a:tblPr>
                <a:noFill/>
                <a:tableStyleId>{727AAC60-A749-498C-8D30-4CF4B73C1815}</a:tableStyleId>
              </a:tblPr>
              <a:tblGrid>
                <a:gridCol w="386900">
                  <a:extLst>
                    <a:ext uri="{9D8B030D-6E8A-4147-A177-3AD203B41FA5}">
                      <a16:colId xmlns:a16="http://schemas.microsoft.com/office/drawing/2014/main" val="2578455351"/>
                    </a:ext>
                  </a:extLst>
                </a:gridCol>
                <a:gridCol w="4522395">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8.</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Dropout Layer</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Applies dropout with a rate of 0.5 (50%) to the units in the preceding Dense layer to prevent overfitting.</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6" name="صورة 15">
            <a:extLst>
              <a:ext uri="{FF2B5EF4-FFF2-40B4-BE49-F238E27FC236}">
                <a16:creationId xmlns:a16="http://schemas.microsoft.com/office/drawing/2014/main" id="{441AA9CC-6088-8F4E-39BA-FB3D16D8BE30}"/>
              </a:ext>
            </a:extLst>
          </p:cNvPr>
          <p:cNvPicPr>
            <a:picLocks noChangeAspect="1"/>
          </p:cNvPicPr>
          <p:nvPr/>
        </p:nvPicPr>
        <p:blipFill>
          <a:blip r:embed="rId5"/>
          <a:srcRect t="29626" r="26010" b="35491"/>
          <a:stretch/>
        </p:blipFill>
        <p:spPr>
          <a:xfrm>
            <a:off x="6234353" y="2725035"/>
            <a:ext cx="2342429" cy="391301"/>
          </a:xfrm>
          <a:prstGeom prst="rect">
            <a:avLst/>
          </a:prstGeom>
        </p:spPr>
      </p:pic>
      <p:graphicFrame>
        <p:nvGraphicFramePr>
          <p:cNvPr id="17" name="Table 12">
            <a:extLst>
              <a:ext uri="{FF2B5EF4-FFF2-40B4-BE49-F238E27FC236}">
                <a16:creationId xmlns:a16="http://schemas.microsoft.com/office/drawing/2014/main" id="{D004C4DA-39A4-E6BD-5B46-DE133987922B}"/>
              </a:ext>
            </a:extLst>
          </p:cNvPr>
          <p:cNvGraphicFramePr>
            <a:graphicFrameLocks noGrp="1"/>
          </p:cNvGraphicFramePr>
          <p:nvPr>
            <p:extLst>
              <p:ext uri="{D42A27DB-BD31-4B8C-83A1-F6EECF244321}">
                <p14:modId xmlns:p14="http://schemas.microsoft.com/office/powerpoint/2010/main" val="903927569"/>
              </p:ext>
            </p:extLst>
          </p:nvPr>
        </p:nvGraphicFramePr>
        <p:xfrm>
          <a:off x="846677" y="3547093"/>
          <a:ext cx="4909295" cy="1158180"/>
        </p:xfrm>
        <a:graphic>
          <a:graphicData uri="http://schemas.openxmlformats.org/drawingml/2006/table">
            <a:tbl>
              <a:tblPr>
                <a:noFill/>
                <a:tableStyleId>{727AAC60-A749-498C-8D30-4CF4B73C1815}</a:tableStyleId>
              </a:tblPr>
              <a:tblGrid>
                <a:gridCol w="378274">
                  <a:extLst>
                    <a:ext uri="{9D8B030D-6E8A-4147-A177-3AD203B41FA5}">
                      <a16:colId xmlns:a16="http://schemas.microsoft.com/office/drawing/2014/main" val="2578455351"/>
                    </a:ext>
                  </a:extLst>
                </a:gridCol>
                <a:gridCol w="4531021">
                  <a:extLst>
                    <a:ext uri="{9D8B030D-6E8A-4147-A177-3AD203B41FA5}">
                      <a16:colId xmlns:a16="http://schemas.microsoft.com/office/drawing/2014/main" val="380529335"/>
                    </a:ext>
                  </a:extLst>
                </a:gridCol>
              </a:tblGrid>
              <a:tr h="381000">
                <a:tc rowSpan="2">
                  <a:txBody>
                    <a:bodyPr/>
                    <a:lstStyle/>
                    <a:p>
                      <a:pPr marL="0" lvl="0" indent="0" algn="ctr" rtl="0">
                        <a:spcBef>
                          <a:spcPts val="0"/>
                        </a:spcBef>
                        <a:spcAft>
                          <a:spcPts val="0"/>
                        </a:spcAft>
                        <a:buNone/>
                      </a:pPr>
                      <a:r>
                        <a:rPr lang="en-US"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rPr>
                        <a:t>9.</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tc>
                  <a:txBody>
                    <a:bodyPr/>
                    <a:lstStyle/>
                    <a:p>
                      <a:pPr marL="0" lvl="0" indent="0" algn="l" rtl="0">
                        <a:spcBef>
                          <a:spcPts val="0"/>
                        </a:spcBef>
                        <a:spcAft>
                          <a:spcPts val="0"/>
                        </a:spcAft>
                        <a:buNone/>
                      </a:pPr>
                      <a:r>
                        <a:rPr lang="en-US" sz="1600" b="1" dirty="0">
                          <a:latin typeface="Open Sans" panose="020B0606030504020204" pitchFamily="34" charset="0"/>
                          <a:ea typeface="Open Sans" panose="020B0606030504020204" pitchFamily="34" charset="0"/>
                          <a:cs typeface="Open Sans" panose="020B0606030504020204" pitchFamily="34" charset="0"/>
                        </a:rPr>
                        <a:t>Final Dense Layer (Dense)</a:t>
                      </a:r>
                      <a:endParaRPr sz="1600" b="1"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Bitter"/>
                      </a:endParaRP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noFill/>
                  </a:tcPr>
                </a:tc>
                <a:extLst>
                  <a:ext uri="{0D108BD9-81ED-4DB2-BD59-A6C34878D82A}">
                    <a16:rowId xmlns:a16="http://schemas.microsoft.com/office/drawing/2014/main" val="34994198"/>
                  </a:ext>
                </a:extLst>
              </a:tr>
              <a:tr h="381000">
                <a:tc vMerge="1">
                  <a:txBody>
                    <a:bodyPr/>
                    <a:lstStyle/>
                    <a:p>
                      <a:pPr marL="0" lvl="0" indent="0" algn="l" rtl="0">
                        <a:spcBef>
                          <a:spcPts val="0"/>
                        </a:spcBef>
                        <a:spcAft>
                          <a:spcPts val="0"/>
                        </a:spcAft>
                        <a:buFont typeface="Arial" panose="020B0604020202020204" pitchFamily="34" charset="0"/>
                        <a:buNone/>
                      </a:pPr>
                      <a:endParaRPr lang="en-US" sz="1800"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Arial" panose="020B0604020202020204" pitchFamily="34" charset="0"/>
                        <a:buNone/>
                      </a:pPr>
                      <a:r>
                        <a:rPr lang="en-US" sz="1200" dirty="0">
                          <a:latin typeface="Open Sans" panose="020B0606030504020204" pitchFamily="34" charset="0"/>
                          <a:ea typeface="Open Sans" panose="020B0606030504020204" pitchFamily="34" charset="0"/>
                          <a:cs typeface="Open Sans" panose="020B0606030504020204" pitchFamily="34" charset="0"/>
                        </a:rPr>
                        <a:t>The output layer with 1 unit and sigmoid activation. Suitable for binary classification tasks, outputting a probability between 0 and 1.</a:t>
                      </a:r>
                    </a:p>
                  </a:txBody>
                  <a:tcPr marL="91425" marR="91425" marT="91425" marB="914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555555160"/>
                  </a:ext>
                </a:extLst>
              </a:tr>
            </a:tbl>
          </a:graphicData>
        </a:graphic>
      </p:graphicFrame>
      <p:pic>
        <p:nvPicPr>
          <p:cNvPr id="18" name="صورة 17">
            <a:extLst>
              <a:ext uri="{FF2B5EF4-FFF2-40B4-BE49-F238E27FC236}">
                <a16:creationId xmlns:a16="http://schemas.microsoft.com/office/drawing/2014/main" id="{F3372FA2-F2E6-C28D-AA70-42F9A1E3D267}"/>
              </a:ext>
            </a:extLst>
          </p:cNvPr>
          <p:cNvPicPr>
            <a:picLocks noChangeAspect="1"/>
          </p:cNvPicPr>
          <p:nvPr/>
        </p:nvPicPr>
        <p:blipFill>
          <a:blip r:embed="rId6"/>
          <a:srcRect l="3992" t="26229" r="7096" b="35477"/>
          <a:stretch/>
        </p:blipFill>
        <p:spPr>
          <a:xfrm>
            <a:off x="5925791" y="4063349"/>
            <a:ext cx="3092063" cy="306302"/>
          </a:xfrm>
          <a:prstGeom prst="rect">
            <a:avLst/>
          </a:prstGeom>
        </p:spPr>
      </p:pic>
    </p:spTree>
    <p:extLst>
      <p:ext uri="{BB962C8B-B14F-4D97-AF65-F5344CB8AC3E}">
        <p14:creationId xmlns:p14="http://schemas.microsoft.com/office/powerpoint/2010/main" val="3740687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2">
          <a:extLst>
            <a:ext uri="{FF2B5EF4-FFF2-40B4-BE49-F238E27FC236}">
              <a16:creationId xmlns:a16="http://schemas.microsoft.com/office/drawing/2014/main" id="{DABC6B99-83C6-4B4D-69CF-12DD8ADFF025}"/>
            </a:ext>
          </a:extLst>
        </p:cNvPr>
        <p:cNvGrpSpPr/>
        <p:nvPr/>
      </p:nvGrpSpPr>
      <p:grpSpPr>
        <a:xfrm>
          <a:off x="0" y="0"/>
          <a:ext cx="0" cy="0"/>
          <a:chOff x="0" y="0"/>
          <a:chExt cx="0" cy="0"/>
        </a:xfrm>
      </p:grpSpPr>
      <p:sp>
        <p:nvSpPr>
          <p:cNvPr id="483" name="Google Shape;483;p37">
            <a:extLst>
              <a:ext uri="{FF2B5EF4-FFF2-40B4-BE49-F238E27FC236}">
                <a16:creationId xmlns:a16="http://schemas.microsoft.com/office/drawing/2014/main" id="{148B96F4-A50A-A216-B497-91E962FAE660}"/>
              </a:ext>
            </a:extLst>
          </p:cNvPr>
          <p:cNvSpPr txBox="1">
            <a:spLocks noGrp="1"/>
          </p:cNvSpPr>
          <p:nvPr>
            <p:ph type="title"/>
          </p:nvPr>
        </p:nvSpPr>
        <p:spPr>
          <a:xfrm>
            <a:off x="401099" y="36194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Model Architecture Summary</a:t>
            </a:r>
          </a:p>
        </p:txBody>
      </p:sp>
      <p:grpSp>
        <p:nvGrpSpPr>
          <p:cNvPr id="501" name="Google Shape;501;p37">
            <a:extLst>
              <a:ext uri="{FF2B5EF4-FFF2-40B4-BE49-F238E27FC236}">
                <a16:creationId xmlns:a16="http://schemas.microsoft.com/office/drawing/2014/main" id="{728CDF78-0E40-FB0D-3F6B-2E76533F33C8}"/>
              </a:ext>
            </a:extLst>
          </p:cNvPr>
          <p:cNvGrpSpPr/>
          <p:nvPr/>
        </p:nvGrpSpPr>
        <p:grpSpPr>
          <a:xfrm rot="-5400000">
            <a:off x="6171298" y="2531451"/>
            <a:ext cx="5504155" cy="441251"/>
            <a:chOff x="6304675" y="490675"/>
            <a:chExt cx="3552900" cy="481400"/>
          </a:xfrm>
        </p:grpSpPr>
        <p:cxnSp>
          <p:nvCxnSpPr>
            <p:cNvPr id="502" name="Google Shape;502;p37">
              <a:extLst>
                <a:ext uri="{FF2B5EF4-FFF2-40B4-BE49-F238E27FC236}">
                  <a16:creationId xmlns:a16="http://schemas.microsoft.com/office/drawing/2014/main" id="{041E538B-48B6-B2A6-9E5B-EC81749EDC81}"/>
                </a:ext>
              </a:extLst>
            </p:cNvPr>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3" name="Google Shape;503;p37">
              <a:extLst>
                <a:ext uri="{FF2B5EF4-FFF2-40B4-BE49-F238E27FC236}">
                  <a16:creationId xmlns:a16="http://schemas.microsoft.com/office/drawing/2014/main" id="{417544BB-6943-0F11-EAAA-FF5FFB7FDB44}"/>
                </a:ext>
              </a:extLst>
            </p:cNvPr>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4" name="Google Shape;504;p37">
              <a:extLst>
                <a:ext uri="{FF2B5EF4-FFF2-40B4-BE49-F238E27FC236}">
                  <a16:creationId xmlns:a16="http://schemas.microsoft.com/office/drawing/2014/main" id="{466D626C-EBE9-5319-7C56-27C4FD4F1D3E}"/>
                </a:ext>
              </a:extLst>
            </p:cNvPr>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37">
              <a:extLst>
                <a:ext uri="{FF2B5EF4-FFF2-40B4-BE49-F238E27FC236}">
                  <a16:creationId xmlns:a16="http://schemas.microsoft.com/office/drawing/2014/main" id="{14500C6E-B035-B51E-BDE9-83D2086C20FD}"/>
                </a:ext>
              </a:extLst>
            </p:cNvPr>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6" name="Google Shape;506;p37">
              <a:extLst>
                <a:ext uri="{FF2B5EF4-FFF2-40B4-BE49-F238E27FC236}">
                  <a16:creationId xmlns:a16="http://schemas.microsoft.com/office/drawing/2014/main" id="{275B29A7-B5DB-6BF1-71E3-79D9866D9D92}"/>
                </a:ext>
              </a:extLst>
            </p:cNvPr>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mc:AlternateContent xmlns:mc="http://schemas.openxmlformats.org/markup-compatibility/2006" xmlns:p14="http://schemas.microsoft.com/office/powerpoint/2010/main">
        <mc:Choice Requires="p14">
          <p:contentPart p14:bwMode="auto" r:id="rId3">
            <p14:nvContentPartPr>
              <p14:cNvPr id="28" name="حبر 27">
                <a:extLst>
                  <a:ext uri="{FF2B5EF4-FFF2-40B4-BE49-F238E27FC236}">
                    <a16:creationId xmlns:a16="http://schemas.microsoft.com/office/drawing/2014/main" id="{7FBAAFE8-E41C-64E7-E112-4FDBA4F7F784}"/>
                  </a:ext>
                </a:extLst>
              </p14:cNvPr>
              <p14:cNvContentPartPr/>
              <p14:nvPr/>
            </p14:nvContentPartPr>
            <p14:xfrm>
              <a:off x="10349640" y="568224"/>
              <a:ext cx="3240" cy="6480"/>
            </p14:xfrm>
          </p:contentPart>
        </mc:Choice>
        <mc:Fallback xmlns="">
          <p:pic>
            <p:nvPicPr>
              <p:cNvPr id="28" name="حبر 27">
                <a:extLst>
                  <a:ext uri="{FF2B5EF4-FFF2-40B4-BE49-F238E27FC236}">
                    <a16:creationId xmlns:a16="http://schemas.microsoft.com/office/drawing/2014/main" id="{7FBAAFE8-E41C-64E7-E112-4FDBA4F7F784}"/>
                  </a:ext>
                </a:extLst>
              </p:cNvPr>
              <p:cNvPicPr/>
              <p:nvPr/>
            </p:nvPicPr>
            <p:blipFill>
              <a:blip r:embed="rId5"/>
              <a:stretch>
                <a:fillRect/>
              </a:stretch>
            </p:blipFill>
            <p:spPr>
              <a:xfrm>
                <a:off x="10340640" y="559584"/>
                <a:ext cx="20880" cy="24120"/>
              </a:xfrm>
              <a:prstGeom prst="rect">
                <a:avLst/>
              </a:prstGeom>
            </p:spPr>
          </p:pic>
        </mc:Fallback>
      </mc:AlternateContent>
      <p:pic>
        <p:nvPicPr>
          <p:cNvPr id="3" name="صورة 2" descr="صورة تحتوي على نص, لقطة شاشة, برمجيات, رسم بياني&#10;&#10;قد يكون المحتوى المعد بواسطة الذكاء الاصطناعي غير صحيح.">
            <a:extLst>
              <a:ext uri="{FF2B5EF4-FFF2-40B4-BE49-F238E27FC236}">
                <a16:creationId xmlns:a16="http://schemas.microsoft.com/office/drawing/2014/main" id="{1339BF95-48DB-875A-C272-D5B54F9375FD}"/>
              </a:ext>
            </a:extLst>
          </p:cNvPr>
          <p:cNvPicPr>
            <a:picLocks noChangeAspect="1"/>
          </p:cNvPicPr>
          <p:nvPr/>
        </p:nvPicPr>
        <p:blipFill>
          <a:blip r:embed="rId6"/>
          <a:srcRect t="6516"/>
          <a:stretch/>
        </p:blipFill>
        <p:spPr>
          <a:xfrm>
            <a:off x="1313959" y="977024"/>
            <a:ext cx="5878279" cy="3550106"/>
          </a:xfrm>
          <a:prstGeom prst="rect">
            <a:avLst/>
          </a:prstGeom>
        </p:spPr>
      </p:pic>
    </p:spTree>
    <p:extLst>
      <p:ext uri="{BB962C8B-B14F-4D97-AF65-F5344CB8AC3E}">
        <p14:creationId xmlns:p14="http://schemas.microsoft.com/office/powerpoint/2010/main" val="57943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463C9-A9E5-77B6-FB0E-4248595861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4862A8-6749-A848-3E5B-81695A068EDB}"/>
              </a:ext>
            </a:extLst>
          </p:cNvPr>
          <p:cNvSpPr txBox="1"/>
          <p:nvPr/>
        </p:nvSpPr>
        <p:spPr>
          <a:xfrm>
            <a:off x="516269" y="431842"/>
            <a:ext cx="7960466" cy="400110"/>
          </a:xfrm>
          <a:prstGeom prst="rect">
            <a:avLst/>
          </a:prstGeom>
          <a:noFill/>
        </p:spPr>
        <p:txBody>
          <a:bodyPr wrap="square">
            <a:spAutoFit/>
          </a:bodyPr>
          <a:lstStyle/>
          <a:p>
            <a:r>
              <a:rPr lang="en-US" sz="2000" b="1" kern="1200" dirty="0">
                <a:latin typeface="Bitter" panose="020B0604020202020204" charset="0"/>
                <a:ea typeface="Open Sans" panose="020B0606030504020204" pitchFamily="34" charset="0"/>
                <a:cs typeface="Open Sans" panose="020B0606030504020204" pitchFamily="34" charset="0"/>
              </a:rPr>
              <a:t>Training Progress and Validation Accuracy</a:t>
            </a:r>
            <a:r>
              <a:rPr lang="en-US" sz="1800" b="1" kern="1200" dirty="0">
                <a:latin typeface="Open Sans" panose="020B0606030504020204" pitchFamily="34" charset="0"/>
                <a:ea typeface="Open Sans" panose="020B0606030504020204" pitchFamily="34" charset="0"/>
                <a:cs typeface="Open Sans" panose="020B0606030504020204" pitchFamily="34" charset="0"/>
              </a:rPr>
              <a:t>:</a:t>
            </a:r>
          </a:p>
        </p:txBody>
      </p:sp>
      <p:sp>
        <p:nvSpPr>
          <p:cNvPr id="3" name="TextBox 2">
            <a:extLst>
              <a:ext uri="{FF2B5EF4-FFF2-40B4-BE49-F238E27FC236}">
                <a16:creationId xmlns:a16="http://schemas.microsoft.com/office/drawing/2014/main" id="{D558EC00-A50A-B00B-86FB-75592A27CB2B}"/>
              </a:ext>
            </a:extLst>
          </p:cNvPr>
          <p:cNvSpPr txBox="1"/>
          <p:nvPr/>
        </p:nvSpPr>
        <p:spPr>
          <a:xfrm>
            <a:off x="667265" y="987085"/>
            <a:ext cx="3419830" cy="553998"/>
          </a:xfrm>
          <a:prstGeom prst="rect">
            <a:avLst/>
          </a:prstGeom>
          <a:solidFill>
            <a:schemeClr val="accent2"/>
          </a:solidFill>
        </p:spPr>
        <p:txBody>
          <a:bodyPr wrap="square">
            <a:spAutoFit/>
          </a:bodyPr>
          <a:lstStyle/>
          <a:p>
            <a:pPr algn="ctr"/>
            <a:r>
              <a:rPr lang="en-US" dirty="0"/>
              <a:t>The CNN-</a:t>
            </a:r>
            <a:r>
              <a:rPr lang="en-US" dirty="0" err="1"/>
              <a:t>BiLSTM</a:t>
            </a:r>
            <a:r>
              <a:rPr lang="ar-SA" dirty="0"/>
              <a:t> </a:t>
            </a:r>
            <a:r>
              <a:rPr lang="en-US" dirty="0"/>
              <a:t>model achieved a validation accuracy of </a:t>
            </a:r>
            <a:r>
              <a:rPr lang="en-US" b="1" dirty="0"/>
              <a:t>0.9931</a:t>
            </a:r>
            <a:r>
              <a:rPr lang="en-US" sz="1600" b="1" dirty="0"/>
              <a:t>.</a:t>
            </a:r>
            <a:endParaRPr lang="en-US" b="1" dirty="0"/>
          </a:p>
        </p:txBody>
      </p:sp>
      <p:pic>
        <p:nvPicPr>
          <p:cNvPr id="8" name="صورة 7" descr="صورة تحتوي على لقطة شاشة, عرض, نص, مستطيل&#10;&#10;قد يكون المحتوى المعد بواسطة الذكاء الاصطناعي غير صحيح.">
            <a:extLst>
              <a:ext uri="{FF2B5EF4-FFF2-40B4-BE49-F238E27FC236}">
                <a16:creationId xmlns:a16="http://schemas.microsoft.com/office/drawing/2014/main" id="{F2DD7776-C083-73F2-D1FA-F6F9B2A15B2A}"/>
              </a:ext>
            </a:extLst>
          </p:cNvPr>
          <p:cNvPicPr>
            <a:picLocks noChangeAspect="1"/>
          </p:cNvPicPr>
          <p:nvPr/>
        </p:nvPicPr>
        <p:blipFill>
          <a:blip r:embed="rId2"/>
          <a:srcRect l="855" t="1778" b="2982"/>
          <a:stretch/>
        </p:blipFill>
        <p:spPr>
          <a:xfrm>
            <a:off x="667265" y="1682560"/>
            <a:ext cx="3419830" cy="24309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صورة 6">
            <a:extLst>
              <a:ext uri="{FF2B5EF4-FFF2-40B4-BE49-F238E27FC236}">
                <a16:creationId xmlns:a16="http://schemas.microsoft.com/office/drawing/2014/main" id="{D09189CF-E544-AE89-A448-156FB34DEE6D}"/>
              </a:ext>
            </a:extLst>
          </p:cNvPr>
          <p:cNvPicPr>
            <a:picLocks noChangeAspect="1"/>
          </p:cNvPicPr>
          <p:nvPr/>
        </p:nvPicPr>
        <p:blipFill>
          <a:blip r:embed="rId3"/>
          <a:srcRect l="5450" t="26398" r="13448" b="6434"/>
          <a:stretch/>
        </p:blipFill>
        <p:spPr>
          <a:xfrm>
            <a:off x="4955077" y="1682560"/>
            <a:ext cx="3422423" cy="25465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extBox 2">
            <a:extLst>
              <a:ext uri="{FF2B5EF4-FFF2-40B4-BE49-F238E27FC236}">
                <a16:creationId xmlns:a16="http://schemas.microsoft.com/office/drawing/2014/main" id="{58063470-1238-A6D3-8DF5-F0244EF34795}"/>
              </a:ext>
            </a:extLst>
          </p:cNvPr>
          <p:cNvSpPr txBox="1"/>
          <p:nvPr/>
        </p:nvSpPr>
        <p:spPr>
          <a:xfrm>
            <a:off x="5201647" y="1011035"/>
            <a:ext cx="2929282" cy="523220"/>
          </a:xfrm>
          <a:prstGeom prst="rect">
            <a:avLst/>
          </a:prstGeom>
          <a:solidFill>
            <a:schemeClr val="accent2"/>
          </a:solidFill>
        </p:spPr>
        <p:txBody>
          <a:bodyPr wrap="square">
            <a:spAutoFit/>
          </a:bodyPr>
          <a:lstStyle/>
          <a:p>
            <a:pPr algn="ctr"/>
            <a:r>
              <a:rPr lang="en-US" dirty="0"/>
              <a:t>The CNN model achieved a validation accuracy of </a:t>
            </a:r>
            <a:r>
              <a:rPr lang="en-US" b="1" dirty="0"/>
              <a:t>0.9925</a:t>
            </a:r>
            <a:r>
              <a:rPr lang="en-US" dirty="0"/>
              <a:t>.</a:t>
            </a:r>
          </a:p>
        </p:txBody>
      </p:sp>
    </p:spTree>
    <p:extLst>
      <p:ext uri="{BB962C8B-B14F-4D97-AF65-F5344CB8AC3E}">
        <p14:creationId xmlns:p14="http://schemas.microsoft.com/office/powerpoint/2010/main" val="1731294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6BF45CD0-9D84-C5E5-6832-065396C3EACD}"/>
            </a:ext>
          </a:extLst>
        </p:cNvPr>
        <p:cNvGrpSpPr/>
        <p:nvPr/>
      </p:nvGrpSpPr>
      <p:grpSpPr>
        <a:xfrm>
          <a:off x="0" y="0"/>
          <a:ext cx="0" cy="0"/>
          <a:chOff x="0" y="0"/>
          <a:chExt cx="0" cy="0"/>
        </a:xfrm>
      </p:grpSpPr>
      <p:sp>
        <p:nvSpPr>
          <p:cNvPr id="617" name="Google Shape;617;p44">
            <a:extLst>
              <a:ext uri="{FF2B5EF4-FFF2-40B4-BE49-F238E27FC236}">
                <a16:creationId xmlns:a16="http://schemas.microsoft.com/office/drawing/2014/main" id="{CADA5B09-6BE8-D083-0B23-624234A0AAB2}"/>
              </a:ext>
            </a:extLst>
          </p:cNvPr>
          <p:cNvSpPr txBox="1">
            <a:spLocks noGrp="1"/>
          </p:cNvSpPr>
          <p:nvPr>
            <p:ph type="title"/>
          </p:nvPr>
        </p:nvSpPr>
        <p:spPr>
          <a:xfrm>
            <a:off x="149993" y="156724"/>
            <a:ext cx="8844014"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t>STATICAL ANALYSIS and EVALUATION:</a:t>
            </a:r>
            <a:br>
              <a:rPr lang="en-US" sz="3200" dirty="0"/>
            </a:br>
            <a:r>
              <a:rPr lang="en-US" sz="3200" dirty="0"/>
              <a:t> </a:t>
            </a:r>
          </a:p>
        </p:txBody>
      </p:sp>
      <p:sp>
        <p:nvSpPr>
          <p:cNvPr id="3" name="TextBox 2">
            <a:extLst>
              <a:ext uri="{FF2B5EF4-FFF2-40B4-BE49-F238E27FC236}">
                <a16:creationId xmlns:a16="http://schemas.microsoft.com/office/drawing/2014/main" id="{AB998FA7-EC04-E760-4683-825A54383094}"/>
              </a:ext>
            </a:extLst>
          </p:cNvPr>
          <p:cNvSpPr txBox="1"/>
          <p:nvPr/>
        </p:nvSpPr>
        <p:spPr>
          <a:xfrm>
            <a:off x="747611" y="759363"/>
            <a:ext cx="8225089" cy="830997"/>
          </a:xfrm>
          <a:prstGeom prst="rect">
            <a:avLst/>
          </a:prstGeom>
          <a:solidFill>
            <a:srgbClr val="F8F8F8"/>
          </a:solidFill>
        </p:spPr>
        <p:txBody>
          <a:bodyPr wrap="square">
            <a:spAutoFit/>
          </a:bodyPr>
          <a:lstStyle/>
          <a:p>
            <a:r>
              <a:rPr lang="en-US" sz="1600" b="1" dirty="0"/>
              <a:t>Evaluation Metrics</a:t>
            </a:r>
            <a:r>
              <a:rPr lang="ar-SY" sz="1600" b="1" dirty="0"/>
              <a:t>:</a:t>
            </a:r>
          </a:p>
          <a:p>
            <a:r>
              <a:rPr lang="en-US" sz="1600" dirty="0"/>
              <a:t>The efficacy of our cyber-attack detection model was quantitatively analyzed using standard classification metrics</a:t>
            </a:r>
          </a:p>
        </p:txBody>
      </p:sp>
      <p:sp>
        <p:nvSpPr>
          <p:cNvPr id="5" name="TextBox 4">
            <a:extLst>
              <a:ext uri="{FF2B5EF4-FFF2-40B4-BE49-F238E27FC236}">
                <a16:creationId xmlns:a16="http://schemas.microsoft.com/office/drawing/2014/main" id="{845DA7B6-0FB4-499F-645C-52608E4F5D03}"/>
              </a:ext>
            </a:extLst>
          </p:cNvPr>
          <p:cNvSpPr txBox="1"/>
          <p:nvPr/>
        </p:nvSpPr>
        <p:spPr>
          <a:xfrm>
            <a:off x="747611" y="3336192"/>
            <a:ext cx="3620015" cy="1323439"/>
          </a:xfrm>
          <a:prstGeom prst="rect">
            <a:avLst/>
          </a:prstGeom>
          <a:solidFill>
            <a:srgbClr val="F8F8F8">
              <a:alpha val="96078"/>
            </a:srgbClr>
          </a:solidFill>
          <a:effectLst>
            <a:outerShdw blurRad="50800" dist="38100" dir="5400000" algn="t" rotWithShape="0">
              <a:prstClr val="black">
                <a:alpha val="40000"/>
              </a:prstClr>
            </a:outerShdw>
          </a:effectLst>
        </p:spPr>
        <p:txBody>
          <a:bodyPr wrap="square">
            <a:spAutoFit/>
          </a:bodyPr>
          <a:lstStyle>
            <a:defPPr marR="0" lvl="0" algn="l" rtl="0">
              <a:lnSpc>
                <a:spcPct val="100000"/>
              </a:lnSpc>
              <a:spcBef>
                <a:spcPts val="0"/>
              </a:spcBef>
              <a:spcAft>
                <a:spcPts val="0"/>
              </a:spcAft>
            </a:defPPr>
            <a:lvl1pPr>
              <a:defRPr sz="1600" b="1"/>
            </a:lvl1pPr>
          </a:lstStyle>
          <a:p>
            <a:r>
              <a:rPr lang="en-US" dirty="0"/>
              <a:t>Loss: </a:t>
            </a:r>
          </a:p>
          <a:p>
            <a:r>
              <a:rPr lang="en-US" b="0" dirty="0"/>
              <a:t>Measures the discrepancy between predicted and actual attack labels. Lower loss indicates better performance.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64B414-CD46-BB53-A7DD-4DDE14938643}"/>
                  </a:ext>
                </a:extLst>
              </p:cNvPr>
              <p:cNvSpPr txBox="1"/>
              <p:nvPr/>
            </p:nvSpPr>
            <p:spPr>
              <a:xfrm>
                <a:off x="747611" y="1688925"/>
                <a:ext cx="3620015" cy="1542345"/>
              </a:xfrm>
              <a:prstGeom prst="rect">
                <a:avLst/>
              </a:prstGeom>
              <a:solidFill>
                <a:srgbClr val="F8F8F8">
                  <a:alpha val="96078"/>
                </a:srgbClr>
              </a:solidFill>
              <a:effectLst>
                <a:outerShdw blurRad="50800" dist="38100" dir="5400000" algn="t" rotWithShape="0">
                  <a:prstClr val="black">
                    <a:alpha val="40000"/>
                  </a:prstClr>
                </a:outerShdw>
              </a:effectLst>
            </p:spPr>
            <p:txBody>
              <a:bodyPr wrap="square">
                <a:spAutoFit/>
              </a:bodyPr>
              <a:lstStyle/>
              <a:p>
                <a:r>
                  <a:rPr lang="en-US" sz="1600" b="1" dirty="0"/>
                  <a:t>Accuracy (Ac): </a:t>
                </a:r>
                <a:endParaRPr lang="ar-SY" sz="1600" b="1" dirty="0"/>
              </a:p>
              <a:p>
                <a:r>
                  <a:rPr lang="en-US" sz="1600" dirty="0"/>
                  <a:t>Proportion of correctly classified instances (attacks and legitimate activities).</a:t>
                </a:r>
                <a:endParaRPr lang="en-U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𝐴𝐶</m:t>
                      </m:r>
                      <m:r>
                        <a:rPr lang="en-US" sz="1600" i="1" smtClean="0">
                          <a:latin typeface="Cambria Math" panose="02040503050406030204" pitchFamily="18" charset="0"/>
                        </a:rPr>
                        <m:t>=</m:t>
                      </m:r>
                      <m:f>
                        <m:fPr>
                          <m:ctrlPr>
                            <a:rPr lang="en-US" sz="1600" i="1" smtClean="0">
                              <a:solidFill>
                                <a:srgbClr val="836967"/>
                              </a:solidFill>
                              <a:latin typeface="Cambria Math" panose="02040503050406030204" pitchFamily="18" charset="0"/>
                            </a:rPr>
                          </m:ctrlPr>
                        </m:fPr>
                        <m:num>
                          <m:r>
                            <a:rPr lang="en-US" sz="1600" i="1" smtClean="0">
                              <a:latin typeface="Cambria Math" panose="02040503050406030204" pitchFamily="18" charset="0"/>
                            </a:rPr>
                            <m:t>𝑇𝑃</m:t>
                          </m:r>
                          <m:r>
                            <a:rPr lang="en-US" sz="1600" i="1" smtClean="0">
                              <a:latin typeface="Cambria Math" panose="02040503050406030204" pitchFamily="18" charset="0"/>
                            </a:rPr>
                            <m:t>+</m:t>
                          </m:r>
                          <m:r>
                            <a:rPr lang="en-US" sz="1600" i="1" smtClean="0">
                              <a:latin typeface="Cambria Math" panose="02040503050406030204" pitchFamily="18" charset="0"/>
                            </a:rPr>
                            <m:t>𝑇𝑁</m:t>
                          </m:r>
                        </m:num>
                        <m:den>
                          <m:r>
                            <a:rPr lang="en-US" sz="1600" i="1" smtClean="0">
                              <a:latin typeface="Cambria Math" panose="02040503050406030204" pitchFamily="18" charset="0"/>
                            </a:rPr>
                            <m:t>𝑇</m:t>
                          </m:r>
                          <m:r>
                            <a:rPr lang="en-US" sz="1600" b="0" i="1" smtClean="0">
                              <a:latin typeface="Cambria Math" panose="02040503050406030204" pitchFamily="18" charset="0"/>
                            </a:rPr>
                            <m:t>𝑃</m:t>
                          </m:r>
                          <m:r>
                            <a:rPr lang="en-US" sz="1600" i="1" smtClean="0">
                              <a:latin typeface="Cambria Math" panose="02040503050406030204" pitchFamily="18" charset="0"/>
                            </a:rPr>
                            <m:t>+</m:t>
                          </m:r>
                          <m:r>
                            <a:rPr lang="en-US" sz="1600" i="1" smtClean="0">
                              <a:latin typeface="Cambria Math" panose="02040503050406030204" pitchFamily="18" charset="0"/>
                            </a:rPr>
                            <m:t>𝑇𝑁</m:t>
                          </m:r>
                          <m:r>
                            <a:rPr lang="en-US" sz="1600" i="1" smtClean="0">
                              <a:latin typeface="Cambria Math" panose="02040503050406030204" pitchFamily="18" charset="0"/>
                            </a:rPr>
                            <m:t>+</m:t>
                          </m:r>
                          <m:r>
                            <a:rPr lang="en-US" sz="1600" b="0" i="1" smtClean="0">
                              <a:latin typeface="Cambria Math" panose="02040503050406030204" pitchFamily="18" charset="0"/>
                            </a:rPr>
                            <m:t>𝐹𝑃</m:t>
                          </m:r>
                          <m:r>
                            <a:rPr lang="en-US" sz="1600" b="0" i="1" smtClean="0">
                              <a:latin typeface="Cambria Math" panose="02040503050406030204" pitchFamily="18" charset="0"/>
                            </a:rPr>
                            <m:t>+</m:t>
                          </m:r>
                          <m:r>
                            <a:rPr lang="en-US" sz="1600" b="0" i="1" smtClean="0">
                              <a:latin typeface="Cambria Math" panose="02040503050406030204" pitchFamily="18" charset="0"/>
                            </a:rPr>
                            <m:t>𝐹𝑁</m:t>
                          </m:r>
                        </m:den>
                      </m:f>
                    </m:oMath>
                  </m:oMathPara>
                </a14:m>
                <a:endParaRPr lang="en-US" sz="1600" dirty="0"/>
              </a:p>
            </p:txBody>
          </p:sp>
        </mc:Choice>
        <mc:Fallback xmlns="">
          <p:sp>
            <p:nvSpPr>
              <p:cNvPr id="7" name="TextBox 6">
                <a:extLst>
                  <a:ext uri="{FF2B5EF4-FFF2-40B4-BE49-F238E27FC236}">
                    <a16:creationId xmlns:a16="http://schemas.microsoft.com/office/drawing/2014/main" id="{2664B414-CD46-BB53-A7DD-4DDE14938643}"/>
                  </a:ext>
                </a:extLst>
              </p:cNvPr>
              <p:cNvSpPr txBox="1">
                <a:spLocks noRot="1" noChangeAspect="1" noMove="1" noResize="1" noEditPoints="1" noAdjustHandles="1" noChangeArrowheads="1" noChangeShapeType="1" noTextEdit="1"/>
              </p:cNvSpPr>
              <p:nvPr/>
            </p:nvSpPr>
            <p:spPr>
              <a:xfrm>
                <a:off x="747611" y="1688925"/>
                <a:ext cx="3620015" cy="1542345"/>
              </a:xfrm>
              <a:prstGeom prst="rect">
                <a:avLst/>
              </a:prstGeom>
              <a:blipFill>
                <a:blip r:embed="rId3"/>
                <a:stretch>
                  <a:fillRect/>
                </a:stretch>
              </a:blipFill>
              <a:effectLst>
                <a:outerShdw blurRad="50800" dist="38100" dir="5400000" algn="t" rotWithShape="0">
                  <a:prstClr val="black">
                    <a:alpha val="40000"/>
                  </a:prstClr>
                </a:outerShdw>
              </a:effectLst>
            </p:spPr>
            <p:txBody>
              <a:bodyPr/>
              <a:lstStyle/>
              <a:p>
                <a:r>
                  <a:rPr lang="ar-S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761AC9-8C9F-5B20-92A5-C8DCB97BD97F}"/>
                  </a:ext>
                </a:extLst>
              </p:cNvPr>
              <p:cNvSpPr txBox="1"/>
              <p:nvPr/>
            </p:nvSpPr>
            <p:spPr>
              <a:xfrm>
                <a:off x="4776375" y="1688925"/>
                <a:ext cx="3705175" cy="1542345"/>
              </a:xfrm>
              <a:prstGeom prst="rect">
                <a:avLst/>
              </a:prstGeom>
              <a:solidFill>
                <a:srgbClr val="F8F8F8">
                  <a:alpha val="96078"/>
                </a:srgbClr>
              </a:solidFill>
              <a:effectLst>
                <a:outerShdw blurRad="50800" dist="38100" dir="5400000" algn="t" rotWithShape="0">
                  <a:prstClr val="black">
                    <a:alpha val="40000"/>
                  </a:prstClr>
                </a:outerShdw>
              </a:effectLst>
            </p:spPr>
            <p:txBody>
              <a:bodyPr wrap="square">
                <a:spAutoFit/>
              </a:bodyPr>
              <a:lstStyle>
                <a:defPPr marR="0" lvl="0" algn="l" rtl="0">
                  <a:lnSpc>
                    <a:spcPct val="100000"/>
                  </a:lnSpc>
                  <a:spcBef>
                    <a:spcPts val="0"/>
                  </a:spcBef>
                  <a:spcAft>
                    <a:spcPts val="0"/>
                  </a:spcAft>
                  <a:defRPr/>
                </a:defPPr>
                <a:lvl1pPr>
                  <a:defRPr sz="1600" b="1"/>
                </a:lvl1pPr>
              </a:lstStyle>
              <a:p>
                <a:r>
                  <a:rPr lang="en-US" dirty="0"/>
                  <a:t>Precision (PR):</a:t>
                </a:r>
              </a:p>
              <a:p>
                <a:r>
                  <a:rPr lang="en-US" b="0" dirty="0"/>
                  <a:t>Ability to correctly identify attacks without misclassifying legitimate activities.</a:t>
                </a:r>
              </a:p>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PR</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𝑇𝑃</m:t>
                          </m:r>
                        </m:num>
                        <m:den>
                          <m:r>
                            <a:rPr lang="en-US">
                              <a:latin typeface="Cambria Math" panose="02040503050406030204" pitchFamily="18" charset="0"/>
                            </a:rPr>
                            <m:t>𝐹𝑃</m:t>
                          </m:r>
                          <m:r>
                            <a:rPr lang="en-US">
                              <a:latin typeface="Cambria Math" panose="02040503050406030204" pitchFamily="18" charset="0"/>
                            </a:rPr>
                            <m:t>+</m:t>
                          </m:r>
                          <m:r>
                            <a:rPr lang="en-US">
                              <a:latin typeface="Cambria Math" panose="02040503050406030204" pitchFamily="18" charset="0"/>
                            </a:rPr>
                            <m:t>𝑇𝑃</m:t>
                          </m:r>
                        </m:den>
                      </m:f>
                    </m:oMath>
                  </m:oMathPara>
                </a14:m>
                <a:endParaRPr lang="en-US" dirty="0"/>
              </a:p>
            </p:txBody>
          </p:sp>
        </mc:Choice>
        <mc:Fallback xmlns="">
          <p:sp>
            <p:nvSpPr>
              <p:cNvPr id="9" name="TextBox 8">
                <a:extLst>
                  <a:ext uri="{FF2B5EF4-FFF2-40B4-BE49-F238E27FC236}">
                    <a16:creationId xmlns:a16="http://schemas.microsoft.com/office/drawing/2014/main" id="{2B761AC9-8C9F-5B20-92A5-C8DCB97BD97F}"/>
                  </a:ext>
                </a:extLst>
              </p:cNvPr>
              <p:cNvSpPr txBox="1">
                <a:spLocks noRot="1" noChangeAspect="1" noMove="1" noResize="1" noEditPoints="1" noAdjustHandles="1" noChangeArrowheads="1" noChangeShapeType="1" noTextEdit="1"/>
              </p:cNvSpPr>
              <p:nvPr/>
            </p:nvSpPr>
            <p:spPr>
              <a:xfrm>
                <a:off x="4776375" y="1688925"/>
                <a:ext cx="3705175" cy="1542345"/>
              </a:xfrm>
              <a:prstGeom prst="rect">
                <a:avLst/>
              </a:prstGeom>
              <a:blipFill>
                <a:blip r:embed="rId4"/>
                <a:stretch>
                  <a:fillRect/>
                </a:stretch>
              </a:blipFill>
              <a:effectLst>
                <a:outerShdw blurRad="50800" dist="38100" dir="5400000" algn="t" rotWithShape="0">
                  <a:prstClr val="black">
                    <a:alpha val="40000"/>
                  </a:prstClr>
                </a:outerShdw>
              </a:effectLst>
            </p:spPr>
            <p:txBody>
              <a:bodyPr/>
              <a:lstStyle/>
              <a:p>
                <a:r>
                  <a:rPr lang="ar-SA">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195BF42-AF47-090B-92FE-A38EB437EA3A}"/>
                  </a:ext>
                </a:extLst>
              </p:cNvPr>
              <p:cNvSpPr txBox="1"/>
              <p:nvPr/>
            </p:nvSpPr>
            <p:spPr>
              <a:xfrm>
                <a:off x="4776375" y="3363507"/>
                <a:ext cx="3705175" cy="1296124"/>
              </a:xfrm>
              <a:prstGeom prst="rect">
                <a:avLst/>
              </a:prstGeom>
              <a:solidFill>
                <a:srgbClr val="F8F8F8">
                  <a:alpha val="96078"/>
                </a:srgbClr>
              </a:solidFill>
              <a:effectLst>
                <a:outerShdw blurRad="50800" dist="38100" dir="5400000" algn="t" rotWithShape="0">
                  <a:prstClr val="black">
                    <a:alpha val="40000"/>
                  </a:prstClr>
                </a:outerShdw>
              </a:effectLst>
            </p:spPr>
            <p:txBody>
              <a:bodyPr wrap="square">
                <a:spAutoFit/>
              </a:bodyPr>
              <a:lstStyle>
                <a:defPPr marR="0" lvl="0" algn="l" rtl="0">
                  <a:lnSpc>
                    <a:spcPct val="100000"/>
                  </a:lnSpc>
                  <a:spcBef>
                    <a:spcPts val="0"/>
                  </a:spcBef>
                  <a:spcAft>
                    <a:spcPts val="0"/>
                  </a:spcAft>
                  <a:defRPr/>
                </a:defPPr>
                <a:lvl1pPr>
                  <a:defRPr sz="1600" b="1"/>
                </a:lvl1pPr>
              </a:lstStyle>
              <a:p>
                <a:r>
                  <a:rPr lang="en-US" dirty="0"/>
                  <a:t>Recall (RC): </a:t>
                </a:r>
              </a:p>
              <a:p>
                <a:r>
                  <a:rPr lang="en-US" b="0" dirty="0"/>
                  <a:t>Ability to identify all actual attack instances.</a:t>
                </a:r>
              </a:p>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RC</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𝑇𝑃</m:t>
                          </m:r>
                        </m:num>
                        <m:den>
                          <m:r>
                            <a:rPr lang="en-US">
                              <a:latin typeface="Cambria Math" panose="02040503050406030204" pitchFamily="18" charset="0"/>
                            </a:rPr>
                            <m:t>𝐹𝑁</m:t>
                          </m:r>
                          <m:r>
                            <a:rPr lang="en-US">
                              <a:latin typeface="Cambria Math" panose="02040503050406030204" pitchFamily="18" charset="0"/>
                            </a:rPr>
                            <m:t>+</m:t>
                          </m:r>
                          <m:r>
                            <a:rPr lang="en-US">
                              <a:latin typeface="Cambria Math" panose="02040503050406030204" pitchFamily="18" charset="0"/>
                            </a:rPr>
                            <m:t>𝑇𝑃</m:t>
                          </m:r>
                        </m:den>
                      </m:f>
                    </m:oMath>
                  </m:oMathPara>
                </a14:m>
                <a:endParaRPr lang="en-US" dirty="0"/>
              </a:p>
            </p:txBody>
          </p:sp>
        </mc:Choice>
        <mc:Fallback xmlns="">
          <p:sp>
            <p:nvSpPr>
              <p:cNvPr id="11" name="TextBox 10">
                <a:extLst>
                  <a:ext uri="{FF2B5EF4-FFF2-40B4-BE49-F238E27FC236}">
                    <a16:creationId xmlns:a16="http://schemas.microsoft.com/office/drawing/2014/main" id="{F195BF42-AF47-090B-92FE-A38EB437EA3A}"/>
                  </a:ext>
                </a:extLst>
              </p:cNvPr>
              <p:cNvSpPr txBox="1">
                <a:spLocks noRot="1" noChangeAspect="1" noMove="1" noResize="1" noEditPoints="1" noAdjustHandles="1" noChangeArrowheads="1" noChangeShapeType="1" noTextEdit="1"/>
              </p:cNvSpPr>
              <p:nvPr/>
            </p:nvSpPr>
            <p:spPr>
              <a:xfrm>
                <a:off x="4776375" y="3363507"/>
                <a:ext cx="3705175" cy="1296124"/>
              </a:xfrm>
              <a:prstGeom prst="rect">
                <a:avLst/>
              </a:prstGeom>
              <a:blipFill>
                <a:blip r:embed="rId5"/>
                <a:stretch>
                  <a:fillRect/>
                </a:stretch>
              </a:blipFill>
              <a:effectLst>
                <a:outerShdw blurRad="50800" dist="38100" dir="5400000" algn="t" rotWithShape="0">
                  <a:prstClr val="black">
                    <a:alpha val="40000"/>
                  </a:prstClr>
                </a:outerShdw>
              </a:effectLst>
            </p:spPr>
            <p:txBody>
              <a:bodyPr/>
              <a:lstStyle/>
              <a:p>
                <a:r>
                  <a:rPr lang="ar-SA">
                    <a:noFill/>
                  </a:rPr>
                  <a:t> </a:t>
                </a:r>
              </a:p>
            </p:txBody>
          </p:sp>
        </mc:Fallback>
      </mc:AlternateContent>
    </p:spTree>
    <p:extLst>
      <p:ext uri="{BB962C8B-B14F-4D97-AF65-F5344CB8AC3E}">
        <p14:creationId xmlns:p14="http://schemas.microsoft.com/office/powerpoint/2010/main" val="1187577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B709C1BB-52EC-601E-92AA-AD1102834A4B}"/>
            </a:ext>
          </a:extLst>
        </p:cNvPr>
        <p:cNvGrpSpPr/>
        <p:nvPr/>
      </p:nvGrpSpPr>
      <p:grpSpPr>
        <a:xfrm>
          <a:off x="0" y="0"/>
          <a:ext cx="0" cy="0"/>
          <a:chOff x="0" y="0"/>
          <a:chExt cx="0" cy="0"/>
        </a:xfrm>
      </p:grpSpPr>
      <p:sp>
        <p:nvSpPr>
          <p:cNvPr id="617" name="Google Shape;617;p44">
            <a:extLst>
              <a:ext uri="{FF2B5EF4-FFF2-40B4-BE49-F238E27FC236}">
                <a16:creationId xmlns:a16="http://schemas.microsoft.com/office/drawing/2014/main" id="{6B46AA9A-30E8-9270-D08D-CC447C0CF4E0}"/>
              </a:ext>
            </a:extLst>
          </p:cNvPr>
          <p:cNvSpPr txBox="1">
            <a:spLocks noGrp="1"/>
          </p:cNvSpPr>
          <p:nvPr>
            <p:ph type="title"/>
          </p:nvPr>
        </p:nvSpPr>
        <p:spPr>
          <a:xfrm>
            <a:off x="720000" y="324792"/>
            <a:ext cx="7704000" cy="572700"/>
          </a:xfrm>
          <a:prstGeom prst="rect">
            <a:avLst/>
          </a:prstGeom>
        </p:spPr>
        <p:txBody>
          <a:bodyPr spcFirstLastPara="1" wrap="square" lIns="91425" tIns="91425" rIns="91425" bIns="91425" anchor="t" anchorCtr="0">
            <a:noAutofit/>
          </a:bodyPr>
          <a:lstStyle/>
          <a:p>
            <a:pPr algn="ctr"/>
            <a:r>
              <a:rPr lang="en-US" sz="3200" dirty="0"/>
              <a:t>Comparing  </a:t>
            </a:r>
            <a:r>
              <a:rPr lang="en-GB" sz="3200" dirty="0"/>
              <a:t>A</a:t>
            </a:r>
            <a:r>
              <a:rPr lang="en-US" sz="3200" dirty="0"/>
              <a:t>algorithms </a:t>
            </a:r>
            <a:br>
              <a:rPr lang="ar-SA" sz="3200" b="1" dirty="0">
                <a:latin typeface="Bitter" panose="020B0604020202020204" charset="0"/>
              </a:rPr>
            </a:br>
            <a:endParaRPr lang="en-US" sz="3200" dirty="0"/>
          </a:p>
        </p:txBody>
      </p:sp>
      <p:graphicFrame>
        <p:nvGraphicFramePr>
          <p:cNvPr id="2" name="Table 1">
            <a:extLst>
              <a:ext uri="{FF2B5EF4-FFF2-40B4-BE49-F238E27FC236}">
                <a16:creationId xmlns:a16="http://schemas.microsoft.com/office/drawing/2014/main" id="{15D10206-05ED-3399-C0DC-C5F38CBF2432}"/>
              </a:ext>
            </a:extLst>
          </p:cNvPr>
          <p:cNvGraphicFramePr>
            <a:graphicFrameLocks noGrp="1"/>
          </p:cNvGraphicFramePr>
          <p:nvPr>
            <p:extLst>
              <p:ext uri="{D42A27DB-BD31-4B8C-83A1-F6EECF244321}">
                <p14:modId xmlns:p14="http://schemas.microsoft.com/office/powerpoint/2010/main" val="2546032724"/>
              </p:ext>
            </p:extLst>
          </p:nvPr>
        </p:nvGraphicFramePr>
        <p:xfrm>
          <a:off x="2328000" y="1330779"/>
          <a:ext cx="6096000" cy="1479805"/>
        </p:xfrm>
        <a:graphic>
          <a:graphicData uri="http://schemas.openxmlformats.org/drawingml/2006/table">
            <a:tbl>
              <a:tblPr firstRow="1" bandRow="1">
                <a:tableStyleId>{727AAC60-A749-498C-8D30-4CF4B73C1815}</a:tableStyleId>
              </a:tblPr>
              <a:tblGrid>
                <a:gridCol w="1402080">
                  <a:extLst>
                    <a:ext uri="{9D8B030D-6E8A-4147-A177-3AD203B41FA5}">
                      <a16:colId xmlns:a16="http://schemas.microsoft.com/office/drawing/2014/main" val="4157437046"/>
                    </a:ext>
                  </a:extLst>
                </a:gridCol>
                <a:gridCol w="1036320">
                  <a:extLst>
                    <a:ext uri="{9D8B030D-6E8A-4147-A177-3AD203B41FA5}">
                      <a16:colId xmlns:a16="http://schemas.microsoft.com/office/drawing/2014/main" val="592305765"/>
                    </a:ext>
                  </a:extLst>
                </a:gridCol>
                <a:gridCol w="1219200">
                  <a:extLst>
                    <a:ext uri="{9D8B030D-6E8A-4147-A177-3AD203B41FA5}">
                      <a16:colId xmlns:a16="http://schemas.microsoft.com/office/drawing/2014/main" val="990104910"/>
                    </a:ext>
                  </a:extLst>
                </a:gridCol>
                <a:gridCol w="1219200">
                  <a:extLst>
                    <a:ext uri="{9D8B030D-6E8A-4147-A177-3AD203B41FA5}">
                      <a16:colId xmlns:a16="http://schemas.microsoft.com/office/drawing/2014/main" val="2313482951"/>
                    </a:ext>
                  </a:extLst>
                </a:gridCol>
                <a:gridCol w="1219200">
                  <a:extLst>
                    <a:ext uri="{9D8B030D-6E8A-4147-A177-3AD203B41FA5}">
                      <a16:colId xmlns:a16="http://schemas.microsoft.com/office/drawing/2014/main" val="441172274"/>
                    </a:ext>
                  </a:extLst>
                </a:gridCol>
              </a:tblGrid>
              <a:tr h="367285">
                <a:tc>
                  <a:txBody>
                    <a:bodyPr/>
                    <a:lstStyle/>
                    <a:p>
                      <a:r>
                        <a:rPr lang="en-US" dirty="0"/>
                        <a:t>No.</a:t>
                      </a:r>
                    </a:p>
                  </a:txBody>
                  <a:tcPr/>
                </a:tc>
                <a:tc>
                  <a:txBody>
                    <a:bodyPr/>
                    <a:lstStyle/>
                    <a:p>
                      <a:r>
                        <a:rPr lang="en-US" dirty="0"/>
                        <a:t>loss</a:t>
                      </a:r>
                    </a:p>
                  </a:txBody>
                  <a:tcPr/>
                </a:tc>
                <a:tc>
                  <a:txBody>
                    <a:bodyPr/>
                    <a:lstStyle/>
                    <a:p>
                      <a:r>
                        <a:rPr lang="en-US" dirty="0"/>
                        <a:t>Accuracy</a:t>
                      </a:r>
                    </a:p>
                  </a:txBody>
                  <a:tcPr/>
                </a:tc>
                <a:tc>
                  <a:txBody>
                    <a:bodyPr/>
                    <a:lstStyle/>
                    <a:p>
                      <a:r>
                        <a:rPr lang="en-US" dirty="0"/>
                        <a:t>Precision</a:t>
                      </a:r>
                    </a:p>
                  </a:txBody>
                  <a:tcPr/>
                </a:tc>
                <a:tc>
                  <a:txBody>
                    <a:bodyPr/>
                    <a:lstStyle/>
                    <a:p>
                      <a:r>
                        <a:rPr lang="en-US" dirty="0"/>
                        <a:t>Recall</a:t>
                      </a:r>
                    </a:p>
                  </a:txBody>
                  <a:tcPr/>
                </a:tc>
                <a:extLst>
                  <a:ext uri="{0D108BD9-81ED-4DB2-BD59-A6C34878D82A}">
                    <a16:rowId xmlns:a16="http://schemas.microsoft.com/office/drawing/2014/main" val="563294801"/>
                  </a:ext>
                </a:extLst>
              </a:tr>
              <a:tr h="370840">
                <a:tc>
                  <a:txBody>
                    <a:bodyPr/>
                    <a:lstStyle/>
                    <a:p>
                      <a:r>
                        <a:rPr lang="en-US" dirty="0"/>
                        <a:t>Experiment 1</a:t>
                      </a:r>
                    </a:p>
                  </a:txBody>
                  <a:tcPr/>
                </a:tc>
                <a:tc>
                  <a:txBody>
                    <a:bodyPr/>
                    <a:lstStyle/>
                    <a:p>
                      <a:r>
                        <a:rPr lang="en-GB" dirty="0"/>
                        <a:t>12.3779</a:t>
                      </a:r>
                      <a:endParaRPr lang="en-US" dirty="0"/>
                    </a:p>
                  </a:txBody>
                  <a:tcPr/>
                </a:tc>
                <a:tc>
                  <a:txBody>
                    <a:bodyPr/>
                    <a:lstStyle/>
                    <a:p>
                      <a:r>
                        <a:rPr lang="en-GB" dirty="0"/>
                        <a:t>96.43</a:t>
                      </a:r>
                      <a:r>
                        <a:rPr lang="en-US" dirty="0"/>
                        <a:t>60</a:t>
                      </a:r>
                    </a:p>
                  </a:txBody>
                  <a:tcPr/>
                </a:tc>
                <a:tc>
                  <a:txBody>
                    <a:bodyPr/>
                    <a:lstStyle/>
                    <a:p>
                      <a:r>
                        <a:rPr lang="en-GB" dirty="0"/>
                        <a:t>98.7025</a:t>
                      </a:r>
                      <a:endParaRPr lang="en-US" dirty="0"/>
                    </a:p>
                  </a:txBody>
                  <a:tcPr/>
                </a:tc>
                <a:tc>
                  <a:txBody>
                    <a:bodyPr/>
                    <a:lstStyle/>
                    <a:p>
                      <a:r>
                        <a:rPr lang="en-GB" dirty="0"/>
                        <a:t>93.7420</a:t>
                      </a:r>
                      <a:endParaRPr lang="en-US" dirty="0"/>
                    </a:p>
                  </a:txBody>
                  <a:tcPr/>
                </a:tc>
                <a:extLst>
                  <a:ext uri="{0D108BD9-81ED-4DB2-BD59-A6C34878D82A}">
                    <a16:rowId xmlns:a16="http://schemas.microsoft.com/office/drawing/2014/main" val="1146494508"/>
                  </a:ext>
                </a:extLst>
              </a:tr>
              <a:tr h="370840">
                <a:tc>
                  <a:txBody>
                    <a:bodyPr/>
                    <a:lstStyle/>
                    <a:p>
                      <a:r>
                        <a:rPr lang="en-US" dirty="0"/>
                        <a:t>Experiment 2</a:t>
                      </a:r>
                    </a:p>
                  </a:txBody>
                  <a:tcPr/>
                </a:tc>
                <a:tc>
                  <a:txBody>
                    <a:bodyPr/>
                    <a:lstStyle/>
                    <a:p>
                      <a:r>
                        <a:rPr lang="en-GB" dirty="0"/>
                        <a:t>5.3113</a:t>
                      </a:r>
                      <a:endParaRPr lang="en-US" dirty="0"/>
                    </a:p>
                  </a:txBody>
                  <a:tcPr/>
                </a:tc>
                <a:tc>
                  <a:txBody>
                    <a:bodyPr/>
                    <a:lstStyle/>
                    <a:p>
                      <a:r>
                        <a:rPr lang="en-US" dirty="0"/>
                        <a:t>98.8324</a:t>
                      </a:r>
                    </a:p>
                  </a:txBody>
                  <a:tcPr/>
                </a:tc>
                <a:tc>
                  <a:txBody>
                    <a:bodyPr/>
                    <a:lstStyle/>
                    <a:p>
                      <a:r>
                        <a:rPr lang="en-GB" dirty="0"/>
                        <a:t>9</a:t>
                      </a:r>
                      <a:r>
                        <a:rPr lang="en-US" dirty="0"/>
                        <a:t>9.5776</a:t>
                      </a:r>
                    </a:p>
                  </a:txBody>
                  <a:tcPr/>
                </a:tc>
                <a:tc>
                  <a:txBody>
                    <a:bodyPr/>
                    <a:lstStyle/>
                    <a:p>
                      <a:r>
                        <a:rPr lang="en-GB" dirty="0"/>
                        <a:t>97.9629</a:t>
                      </a:r>
                      <a:endParaRPr lang="en-US" dirty="0"/>
                    </a:p>
                  </a:txBody>
                  <a:tcPr/>
                </a:tc>
                <a:extLst>
                  <a:ext uri="{0D108BD9-81ED-4DB2-BD59-A6C34878D82A}">
                    <a16:rowId xmlns:a16="http://schemas.microsoft.com/office/drawing/2014/main" val="3165227751"/>
                  </a:ext>
                </a:extLst>
              </a:tr>
              <a:tr h="370840">
                <a:tc>
                  <a:txBody>
                    <a:bodyPr/>
                    <a:lstStyle/>
                    <a:p>
                      <a:r>
                        <a:rPr lang="en-US" dirty="0"/>
                        <a:t>Experiment 3</a:t>
                      </a:r>
                    </a:p>
                  </a:txBody>
                  <a:tcPr/>
                </a:tc>
                <a:tc>
                  <a:txBody>
                    <a:bodyPr/>
                    <a:lstStyle/>
                    <a:p>
                      <a:r>
                        <a:rPr lang="en-GB" dirty="0"/>
                        <a:t>3.9503</a:t>
                      </a:r>
                      <a:endParaRPr lang="en-US" dirty="0"/>
                    </a:p>
                  </a:txBody>
                  <a:tcPr/>
                </a:tc>
                <a:tc>
                  <a:txBody>
                    <a:bodyPr/>
                    <a:lstStyle/>
                    <a:p>
                      <a:r>
                        <a:rPr lang="en-GB" dirty="0">
                          <a:highlight>
                            <a:srgbClr val="FFFF00"/>
                          </a:highlight>
                        </a:rPr>
                        <a:t>99.2994</a:t>
                      </a:r>
                      <a:endParaRPr lang="en-US" dirty="0">
                        <a:highlight>
                          <a:srgbClr val="FFFF00"/>
                        </a:highlight>
                      </a:endParaRPr>
                    </a:p>
                  </a:txBody>
                  <a:tcPr/>
                </a:tc>
                <a:tc>
                  <a:txBody>
                    <a:bodyPr/>
                    <a:lstStyle/>
                    <a:p>
                      <a:r>
                        <a:rPr lang="en-US" dirty="0"/>
                        <a:t>99.7577</a:t>
                      </a:r>
                    </a:p>
                  </a:txBody>
                  <a:tcPr/>
                </a:tc>
                <a:tc>
                  <a:txBody>
                    <a:bodyPr/>
                    <a:lstStyle/>
                    <a:p>
                      <a:r>
                        <a:rPr lang="en-US" dirty="0"/>
                        <a:t>98.7683</a:t>
                      </a:r>
                    </a:p>
                  </a:txBody>
                  <a:tcPr/>
                </a:tc>
                <a:extLst>
                  <a:ext uri="{0D108BD9-81ED-4DB2-BD59-A6C34878D82A}">
                    <a16:rowId xmlns:a16="http://schemas.microsoft.com/office/drawing/2014/main" val="936550985"/>
                  </a:ext>
                </a:extLst>
              </a:tr>
            </a:tbl>
          </a:graphicData>
        </a:graphic>
      </p:graphicFrame>
      <p:graphicFrame>
        <p:nvGraphicFramePr>
          <p:cNvPr id="4" name="Table 3">
            <a:extLst>
              <a:ext uri="{FF2B5EF4-FFF2-40B4-BE49-F238E27FC236}">
                <a16:creationId xmlns:a16="http://schemas.microsoft.com/office/drawing/2014/main" id="{397B4089-9194-2CD3-D5BB-B67893A8F681}"/>
              </a:ext>
            </a:extLst>
          </p:cNvPr>
          <p:cNvGraphicFramePr>
            <a:graphicFrameLocks noGrp="1"/>
          </p:cNvGraphicFramePr>
          <p:nvPr>
            <p:extLst>
              <p:ext uri="{D42A27DB-BD31-4B8C-83A1-F6EECF244321}">
                <p14:modId xmlns:p14="http://schemas.microsoft.com/office/powerpoint/2010/main" val="2717822950"/>
              </p:ext>
            </p:extLst>
          </p:nvPr>
        </p:nvGraphicFramePr>
        <p:xfrm>
          <a:off x="2328000" y="3097348"/>
          <a:ext cx="6096000" cy="1483360"/>
        </p:xfrm>
        <a:graphic>
          <a:graphicData uri="http://schemas.openxmlformats.org/drawingml/2006/table">
            <a:tbl>
              <a:tblPr firstRow="1" bandRow="1">
                <a:tableStyleId>{727AAC60-A749-498C-8D30-4CF4B73C1815}</a:tableStyleId>
              </a:tblPr>
              <a:tblGrid>
                <a:gridCol w="1402080">
                  <a:extLst>
                    <a:ext uri="{9D8B030D-6E8A-4147-A177-3AD203B41FA5}">
                      <a16:colId xmlns:a16="http://schemas.microsoft.com/office/drawing/2014/main" val="4157437046"/>
                    </a:ext>
                  </a:extLst>
                </a:gridCol>
                <a:gridCol w="1036320">
                  <a:extLst>
                    <a:ext uri="{9D8B030D-6E8A-4147-A177-3AD203B41FA5}">
                      <a16:colId xmlns:a16="http://schemas.microsoft.com/office/drawing/2014/main" val="592305765"/>
                    </a:ext>
                  </a:extLst>
                </a:gridCol>
                <a:gridCol w="1219200">
                  <a:extLst>
                    <a:ext uri="{9D8B030D-6E8A-4147-A177-3AD203B41FA5}">
                      <a16:colId xmlns:a16="http://schemas.microsoft.com/office/drawing/2014/main" val="990104910"/>
                    </a:ext>
                  </a:extLst>
                </a:gridCol>
                <a:gridCol w="1219200">
                  <a:extLst>
                    <a:ext uri="{9D8B030D-6E8A-4147-A177-3AD203B41FA5}">
                      <a16:colId xmlns:a16="http://schemas.microsoft.com/office/drawing/2014/main" val="2313482951"/>
                    </a:ext>
                  </a:extLst>
                </a:gridCol>
                <a:gridCol w="1219200">
                  <a:extLst>
                    <a:ext uri="{9D8B030D-6E8A-4147-A177-3AD203B41FA5}">
                      <a16:colId xmlns:a16="http://schemas.microsoft.com/office/drawing/2014/main" val="441172274"/>
                    </a:ext>
                  </a:extLst>
                </a:gridCol>
              </a:tblGrid>
              <a:tr h="370840">
                <a:tc>
                  <a:txBody>
                    <a:bodyPr/>
                    <a:lstStyle/>
                    <a:p>
                      <a:r>
                        <a:rPr lang="en-US" dirty="0"/>
                        <a:t>No.</a:t>
                      </a:r>
                    </a:p>
                  </a:txBody>
                  <a:tcPr/>
                </a:tc>
                <a:tc>
                  <a:txBody>
                    <a:bodyPr/>
                    <a:lstStyle/>
                    <a:p>
                      <a:r>
                        <a:rPr lang="en-US" dirty="0"/>
                        <a:t>loss</a:t>
                      </a:r>
                    </a:p>
                  </a:txBody>
                  <a:tcPr/>
                </a:tc>
                <a:tc>
                  <a:txBody>
                    <a:bodyPr/>
                    <a:lstStyle/>
                    <a:p>
                      <a:r>
                        <a:rPr lang="en-US" dirty="0"/>
                        <a:t>Accuracy</a:t>
                      </a:r>
                    </a:p>
                  </a:txBody>
                  <a:tcPr/>
                </a:tc>
                <a:tc>
                  <a:txBody>
                    <a:bodyPr/>
                    <a:lstStyle/>
                    <a:p>
                      <a:r>
                        <a:rPr lang="en-US" dirty="0"/>
                        <a:t>Precision</a:t>
                      </a:r>
                    </a:p>
                  </a:txBody>
                  <a:tcPr/>
                </a:tc>
                <a:tc>
                  <a:txBody>
                    <a:bodyPr/>
                    <a:lstStyle/>
                    <a:p>
                      <a:r>
                        <a:rPr lang="en-US" dirty="0"/>
                        <a:t>Recall</a:t>
                      </a:r>
                    </a:p>
                  </a:txBody>
                  <a:tcPr/>
                </a:tc>
                <a:extLst>
                  <a:ext uri="{0D108BD9-81ED-4DB2-BD59-A6C34878D82A}">
                    <a16:rowId xmlns:a16="http://schemas.microsoft.com/office/drawing/2014/main" val="563294801"/>
                  </a:ext>
                </a:extLst>
              </a:tr>
              <a:tr h="370840">
                <a:tc>
                  <a:txBody>
                    <a:bodyPr/>
                    <a:lstStyle/>
                    <a:p>
                      <a:r>
                        <a:rPr lang="en-US" dirty="0"/>
                        <a:t>Experiment 1</a:t>
                      </a:r>
                    </a:p>
                  </a:txBody>
                  <a:tcPr/>
                </a:tc>
                <a:tc>
                  <a:txBody>
                    <a:bodyPr/>
                    <a:lstStyle/>
                    <a:p>
                      <a:r>
                        <a:rPr lang="en-GB" dirty="0"/>
                        <a:t>5</a:t>
                      </a:r>
                      <a:r>
                        <a:rPr lang="en-US" dirty="0"/>
                        <a:t>.6540</a:t>
                      </a:r>
                    </a:p>
                  </a:txBody>
                  <a:tcPr/>
                </a:tc>
                <a:tc>
                  <a:txBody>
                    <a:bodyPr/>
                    <a:lstStyle/>
                    <a:p>
                      <a:r>
                        <a:rPr lang="en-GB" dirty="0"/>
                        <a:t>98.8691</a:t>
                      </a:r>
                      <a:endParaRPr lang="en-US" dirty="0"/>
                    </a:p>
                  </a:txBody>
                  <a:tcPr/>
                </a:tc>
                <a:tc>
                  <a:txBody>
                    <a:bodyPr/>
                    <a:lstStyle/>
                    <a:p>
                      <a:r>
                        <a:rPr lang="en-GB" dirty="0"/>
                        <a:t>99.2394</a:t>
                      </a:r>
                      <a:endParaRPr lang="en-US" dirty="0"/>
                    </a:p>
                  </a:txBody>
                  <a:tcPr/>
                </a:tc>
                <a:tc>
                  <a:txBody>
                    <a:bodyPr/>
                    <a:lstStyle/>
                    <a:p>
                      <a:r>
                        <a:rPr lang="en-GB" dirty="0"/>
                        <a:t>98.3785</a:t>
                      </a:r>
                      <a:endParaRPr lang="en-US" dirty="0"/>
                    </a:p>
                  </a:txBody>
                  <a:tcPr/>
                </a:tc>
                <a:extLst>
                  <a:ext uri="{0D108BD9-81ED-4DB2-BD59-A6C34878D82A}">
                    <a16:rowId xmlns:a16="http://schemas.microsoft.com/office/drawing/2014/main" val="1146494508"/>
                  </a:ext>
                </a:extLst>
              </a:tr>
              <a:tr h="370840">
                <a:tc>
                  <a:txBody>
                    <a:bodyPr/>
                    <a:lstStyle/>
                    <a:p>
                      <a:r>
                        <a:rPr lang="en-US" dirty="0"/>
                        <a:t>Experiment 2</a:t>
                      </a:r>
                    </a:p>
                  </a:txBody>
                  <a:tcPr/>
                </a:tc>
                <a:tc>
                  <a:txBody>
                    <a:bodyPr/>
                    <a:lstStyle/>
                    <a:p>
                      <a:r>
                        <a:rPr lang="en-GB" dirty="0"/>
                        <a:t>4</a:t>
                      </a:r>
                      <a:r>
                        <a:rPr lang="en-US" dirty="0"/>
                        <a:t>.1249</a:t>
                      </a:r>
                    </a:p>
                  </a:txBody>
                  <a:tcPr/>
                </a:tc>
                <a:tc>
                  <a:txBody>
                    <a:bodyPr/>
                    <a:lstStyle/>
                    <a:p>
                      <a:r>
                        <a:rPr lang="en-GB" dirty="0"/>
                        <a:t>9</a:t>
                      </a:r>
                      <a:r>
                        <a:rPr lang="en-US" dirty="0"/>
                        <a:t>9.1363</a:t>
                      </a:r>
                    </a:p>
                  </a:txBody>
                  <a:tcPr/>
                </a:tc>
                <a:tc>
                  <a:txBody>
                    <a:bodyPr/>
                    <a:lstStyle/>
                    <a:p>
                      <a:r>
                        <a:rPr lang="en-US" dirty="0"/>
                        <a:t>99.5760</a:t>
                      </a:r>
                    </a:p>
                  </a:txBody>
                  <a:tcPr/>
                </a:tc>
                <a:tc>
                  <a:txBody>
                    <a:bodyPr/>
                    <a:lstStyle/>
                    <a:p>
                      <a:r>
                        <a:rPr lang="en-GB" dirty="0"/>
                        <a:t>9</a:t>
                      </a:r>
                      <a:r>
                        <a:rPr lang="en-US" dirty="0"/>
                        <a:t>8.6055</a:t>
                      </a:r>
                    </a:p>
                  </a:txBody>
                  <a:tcPr/>
                </a:tc>
                <a:extLst>
                  <a:ext uri="{0D108BD9-81ED-4DB2-BD59-A6C34878D82A}">
                    <a16:rowId xmlns:a16="http://schemas.microsoft.com/office/drawing/2014/main" val="3165227751"/>
                  </a:ext>
                </a:extLst>
              </a:tr>
              <a:tr h="370840">
                <a:tc>
                  <a:txBody>
                    <a:bodyPr/>
                    <a:lstStyle/>
                    <a:p>
                      <a:r>
                        <a:rPr lang="en-US" dirty="0"/>
                        <a:t>Experiment 3</a:t>
                      </a:r>
                    </a:p>
                  </a:txBody>
                  <a:tcPr/>
                </a:tc>
                <a:tc>
                  <a:txBody>
                    <a:bodyPr/>
                    <a:lstStyle/>
                    <a:p>
                      <a:r>
                        <a:rPr lang="en-GB" dirty="0"/>
                        <a:t>3.6126</a:t>
                      </a:r>
                      <a:endParaRPr lang="en-US" dirty="0"/>
                    </a:p>
                  </a:txBody>
                  <a:tcPr/>
                </a:tc>
                <a:tc>
                  <a:txBody>
                    <a:bodyPr/>
                    <a:lstStyle/>
                    <a:p>
                      <a:r>
                        <a:rPr lang="en-US" dirty="0">
                          <a:highlight>
                            <a:srgbClr val="FFFF00"/>
                          </a:highlight>
                        </a:rPr>
                        <a:t>99.3188</a:t>
                      </a:r>
                    </a:p>
                  </a:txBody>
                  <a:tcPr/>
                </a:tc>
                <a:tc>
                  <a:txBody>
                    <a:bodyPr/>
                    <a:lstStyle/>
                    <a:p>
                      <a:r>
                        <a:rPr lang="en-US" dirty="0"/>
                        <a:t>99.7470</a:t>
                      </a:r>
                    </a:p>
                  </a:txBody>
                  <a:tcPr/>
                </a:tc>
                <a:tc>
                  <a:txBody>
                    <a:bodyPr/>
                    <a:lstStyle/>
                    <a:p>
                      <a:r>
                        <a:rPr lang="en-US" dirty="0"/>
                        <a:t>98.8198</a:t>
                      </a:r>
                    </a:p>
                  </a:txBody>
                  <a:tcPr/>
                </a:tc>
                <a:extLst>
                  <a:ext uri="{0D108BD9-81ED-4DB2-BD59-A6C34878D82A}">
                    <a16:rowId xmlns:a16="http://schemas.microsoft.com/office/drawing/2014/main" val="936550985"/>
                  </a:ext>
                </a:extLst>
              </a:tr>
            </a:tbl>
          </a:graphicData>
        </a:graphic>
      </p:graphicFrame>
      <p:sp>
        <p:nvSpPr>
          <p:cNvPr id="6" name="TextBox 5">
            <a:extLst>
              <a:ext uri="{FF2B5EF4-FFF2-40B4-BE49-F238E27FC236}">
                <a16:creationId xmlns:a16="http://schemas.microsoft.com/office/drawing/2014/main" id="{EEEE566D-EC81-C7FB-AFBD-AB610027435A}"/>
              </a:ext>
            </a:extLst>
          </p:cNvPr>
          <p:cNvSpPr txBox="1"/>
          <p:nvPr/>
        </p:nvSpPr>
        <p:spPr>
          <a:xfrm>
            <a:off x="289208" y="1838071"/>
            <a:ext cx="1865376" cy="461665"/>
          </a:xfrm>
          <a:prstGeom prst="rect">
            <a:avLst/>
          </a:prstGeom>
          <a:noFill/>
        </p:spPr>
        <p:txBody>
          <a:bodyPr wrap="square">
            <a:spAutoFit/>
          </a:bodyPr>
          <a:lstStyle/>
          <a:p>
            <a:r>
              <a:rPr lang="en-US" sz="2400" b="1" dirty="0">
                <a:latin typeface="Bitter" panose="020B0604020202020204" charset="0"/>
              </a:rPr>
              <a:t>CNN Result</a:t>
            </a:r>
          </a:p>
        </p:txBody>
      </p:sp>
      <p:sp>
        <p:nvSpPr>
          <p:cNvPr id="8" name="TextBox 7">
            <a:extLst>
              <a:ext uri="{FF2B5EF4-FFF2-40B4-BE49-F238E27FC236}">
                <a16:creationId xmlns:a16="http://schemas.microsoft.com/office/drawing/2014/main" id="{C64ACAD9-BA8C-19E2-8263-D5EA73F8AE7F}"/>
              </a:ext>
            </a:extLst>
          </p:cNvPr>
          <p:cNvSpPr txBox="1"/>
          <p:nvPr/>
        </p:nvSpPr>
        <p:spPr>
          <a:xfrm>
            <a:off x="-67377" y="3423529"/>
            <a:ext cx="2578546" cy="830997"/>
          </a:xfrm>
          <a:prstGeom prst="rect">
            <a:avLst/>
          </a:prstGeom>
          <a:noFill/>
        </p:spPr>
        <p:txBody>
          <a:bodyPr wrap="square">
            <a:spAutoFit/>
          </a:bodyPr>
          <a:lstStyle/>
          <a:p>
            <a:pPr algn="ctr"/>
            <a:r>
              <a:rPr lang="en-US" sz="2400" b="1" dirty="0">
                <a:latin typeface="Bitter" panose="020B0604020202020204" charset="0"/>
              </a:rPr>
              <a:t>CNN-</a:t>
            </a:r>
            <a:r>
              <a:rPr lang="en-US" sz="2400" b="1" dirty="0" err="1">
                <a:latin typeface="Bitter" panose="020B0604020202020204" charset="0"/>
              </a:rPr>
              <a:t>BiLSTM</a:t>
            </a:r>
            <a:r>
              <a:rPr lang="en-US" sz="2400" b="1" dirty="0">
                <a:latin typeface="Bitter" panose="020B0604020202020204" charset="0"/>
              </a:rPr>
              <a:t> Result</a:t>
            </a:r>
          </a:p>
        </p:txBody>
      </p:sp>
    </p:spTree>
    <p:extLst>
      <p:ext uri="{BB962C8B-B14F-4D97-AF65-F5344CB8AC3E}">
        <p14:creationId xmlns:p14="http://schemas.microsoft.com/office/powerpoint/2010/main" val="1137325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81552E2-BC19-1D06-EFC5-4094EC3549AD}"/>
              </a:ext>
            </a:extLst>
          </p:cNvPr>
          <p:cNvSpPr>
            <a:spLocks noGrp="1"/>
          </p:cNvSpPr>
          <p:nvPr>
            <p:ph type="title"/>
          </p:nvPr>
        </p:nvSpPr>
        <p:spPr>
          <a:xfrm>
            <a:off x="716550" y="151111"/>
            <a:ext cx="7710900" cy="572700"/>
          </a:xfrm>
        </p:spPr>
        <p:txBody>
          <a:bodyPr/>
          <a:lstStyle/>
          <a:p>
            <a:pPr algn="ctr"/>
            <a:r>
              <a:rPr lang="en-GB" sz="2400" dirty="0"/>
              <a:t>Comparison Between Our Results </a:t>
            </a:r>
            <a:r>
              <a:rPr lang="en-GB" sz="2400" dirty="0">
                <a:latin typeface="+mj-lt"/>
                <a:ea typeface="Open Sans" panose="020B0606030504020204" pitchFamily="34" charset="0"/>
                <a:cs typeface="+mj-cs"/>
              </a:rPr>
              <a:t>&amp;</a:t>
            </a:r>
            <a:r>
              <a:rPr lang="en-GB" sz="2400" dirty="0"/>
              <a:t> Previous Study </a:t>
            </a:r>
            <a:endParaRPr lang="ar-SA" sz="2400" dirty="0"/>
          </a:p>
        </p:txBody>
      </p:sp>
      <p:graphicFrame>
        <p:nvGraphicFramePr>
          <p:cNvPr id="11" name="جدول 10">
            <a:extLst>
              <a:ext uri="{FF2B5EF4-FFF2-40B4-BE49-F238E27FC236}">
                <a16:creationId xmlns:a16="http://schemas.microsoft.com/office/drawing/2014/main" id="{AFE28A12-B846-35D4-A950-8D2F069CBE82}"/>
              </a:ext>
            </a:extLst>
          </p:cNvPr>
          <p:cNvGraphicFramePr>
            <a:graphicFrameLocks noGrp="1"/>
          </p:cNvGraphicFramePr>
          <p:nvPr>
            <p:extLst>
              <p:ext uri="{D42A27DB-BD31-4B8C-83A1-F6EECF244321}">
                <p14:modId xmlns:p14="http://schemas.microsoft.com/office/powerpoint/2010/main" val="948445020"/>
              </p:ext>
            </p:extLst>
          </p:nvPr>
        </p:nvGraphicFramePr>
        <p:xfrm>
          <a:off x="862838" y="2714525"/>
          <a:ext cx="7682000" cy="1309252"/>
        </p:xfrm>
        <a:graphic>
          <a:graphicData uri="http://schemas.openxmlformats.org/drawingml/2006/table">
            <a:tbl>
              <a:tblPr rtl="1" firstRow="1" bandRow="1">
                <a:tableStyleId>{69CF1AB2-1976-4502-BF36-3FF5EA218861}</a:tableStyleId>
              </a:tblPr>
              <a:tblGrid>
                <a:gridCol w="877092">
                  <a:extLst>
                    <a:ext uri="{9D8B030D-6E8A-4147-A177-3AD203B41FA5}">
                      <a16:colId xmlns:a16="http://schemas.microsoft.com/office/drawing/2014/main" val="3919523298"/>
                    </a:ext>
                  </a:extLst>
                </a:gridCol>
                <a:gridCol w="809243">
                  <a:extLst>
                    <a:ext uri="{9D8B030D-6E8A-4147-A177-3AD203B41FA5}">
                      <a16:colId xmlns:a16="http://schemas.microsoft.com/office/drawing/2014/main" val="1628421990"/>
                    </a:ext>
                  </a:extLst>
                </a:gridCol>
                <a:gridCol w="1152000">
                  <a:extLst>
                    <a:ext uri="{9D8B030D-6E8A-4147-A177-3AD203B41FA5}">
                      <a16:colId xmlns:a16="http://schemas.microsoft.com/office/drawing/2014/main" val="1448345419"/>
                    </a:ext>
                  </a:extLst>
                </a:gridCol>
                <a:gridCol w="1188000">
                  <a:extLst>
                    <a:ext uri="{9D8B030D-6E8A-4147-A177-3AD203B41FA5}">
                      <a16:colId xmlns:a16="http://schemas.microsoft.com/office/drawing/2014/main" val="169370987"/>
                    </a:ext>
                  </a:extLst>
                </a:gridCol>
                <a:gridCol w="1075765">
                  <a:extLst>
                    <a:ext uri="{9D8B030D-6E8A-4147-A177-3AD203B41FA5}">
                      <a16:colId xmlns:a16="http://schemas.microsoft.com/office/drawing/2014/main" val="1606582381"/>
                    </a:ext>
                  </a:extLst>
                </a:gridCol>
                <a:gridCol w="1488396">
                  <a:extLst>
                    <a:ext uri="{9D8B030D-6E8A-4147-A177-3AD203B41FA5}">
                      <a16:colId xmlns:a16="http://schemas.microsoft.com/office/drawing/2014/main" val="2554307819"/>
                    </a:ext>
                  </a:extLst>
                </a:gridCol>
                <a:gridCol w="1091504">
                  <a:extLst>
                    <a:ext uri="{9D8B030D-6E8A-4147-A177-3AD203B41FA5}">
                      <a16:colId xmlns:a16="http://schemas.microsoft.com/office/drawing/2014/main" val="2010268607"/>
                    </a:ext>
                  </a:extLst>
                </a:gridCol>
              </a:tblGrid>
              <a:tr h="364372">
                <a:tc>
                  <a:txBody>
                    <a:bodyPr/>
                    <a:lstStyle/>
                    <a:p>
                      <a:pPr algn="ctr" rtl="1"/>
                      <a:r>
                        <a:rPr lang="en-GB" sz="800" b="1" dirty="0"/>
                        <a:t>Year Of Publish</a:t>
                      </a:r>
                      <a:endParaRPr lang="ar-SA" sz="800" b="1" dirty="0"/>
                    </a:p>
                  </a:txBody>
                  <a:tcPr/>
                </a:tc>
                <a:tc>
                  <a:txBody>
                    <a:bodyPr/>
                    <a:lstStyle/>
                    <a:p>
                      <a:pPr algn="ctr" rtl="1"/>
                      <a:r>
                        <a:rPr lang="en-GB" sz="800" b="1" dirty="0"/>
                        <a:t>Result</a:t>
                      </a:r>
                      <a:endParaRPr lang="ar-SA" sz="800" b="1" dirty="0"/>
                    </a:p>
                  </a:txBody>
                  <a:tcPr/>
                </a:tc>
                <a:tc>
                  <a:txBody>
                    <a:bodyPr/>
                    <a:lstStyle/>
                    <a:p>
                      <a:pPr algn="ctr" rtl="1"/>
                      <a:r>
                        <a:rPr lang="en-GB" sz="800" b="1" dirty="0"/>
                        <a:t>Tools </a:t>
                      </a:r>
                      <a:endParaRPr lang="ar-SA" sz="800" b="1" dirty="0"/>
                    </a:p>
                  </a:txBody>
                  <a:tcPr/>
                </a:tc>
                <a:tc>
                  <a:txBody>
                    <a:bodyPr/>
                    <a:lstStyle/>
                    <a:p>
                      <a:pPr algn="ctr" rtl="1"/>
                      <a:r>
                        <a:rPr lang="en-GB" sz="800" b="1" dirty="0"/>
                        <a:t>Methodology</a:t>
                      </a:r>
                      <a:endParaRPr lang="ar-SA" sz="800" b="1" dirty="0"/>
                    </a:p>
                  </a:txBody>
                  <a:tcPr/>
                </a:tc>
                <a:tc>
                  <a:txBody>
                    <a:bodyPr/>
                    <a:lstStyle/>
                    <a:p>
                      <a:pPr algn="ctr" rtl="1"/>
                      <a:r>
                        <a:rPr lang="en-GB" sz="800" b="1" dirty="0"/>
                        <a:t>Propused solution</a:t>
                      </a:r>
                      <a:endParaRPr lang="ar-SA" sz="800" b="1" dirty="0"/>
                    </a:p>
                  </a:txBody>
                  <a:tcPr/>
                </a:tc>
                <a:tc>
                  <a:txBody>
                    <a:bodyPr/>
                    <a:lstStyle/>
                    <a:p>
                      <a:pPr algn="ctr" rtl="1"/>
                      <a:r>
                        <a:rPr lang="en-GB" sz="800" b="1" dirty="0"/>
                        <a:t>Problem</a:t>
                      </a:r>
                      <a:endParaRPr lang="ar-SA" sz="800" b="1" dirty="0"/>
                    </a:p>
                  </a:txBody>
                  <a:tcPr/>
                </a:tc>
                <a:tc>
                  <a:txBody>
                    <a:bodyPr/>
                    <a:lstStyle/>
                    <a:p>
                      <a:pPr algn="ctr" rtl="1"/>
                      <a:r>
                        <a:rPr lang="en-GB" sz="800" b="1" dirty="0"/>
                        <a:t>Name </a:t>
                      </a:r>
                      <a:endParaRPr lang="ar-SA" sz="800" b="1" dirty="0"/>
                    </a:p>
                  </a:txBody>
                  <a:tcPr/>
                </a:tc>
                <a:extLst>
                  <a:ext uri="{0D108BD9-81ED-4DB2-BD59-A6C34878D82A}">
                    <a16:rowId xmlns:a16="http://schemas.microsoft.com/office/drawing/2014/main" val="3030042536"/>
                  </a:ext>
                </a:extLst>
              </a:tr>
              <a:tr h="330121">
                <a:tc>
                  <a:txBody>
                    <a:bodyPr/>
                    <a:lstStyle/>
                    <a:p>
                      <a:pPr algn="ctr" rtl="1"/>
                      <a:r>
                        <a:rPr lang="en-GB" sz="800" dirty="0"/>
                        <a:t>2021</a:t>
                      </a:r>
                      <a:endParaRPr lang="ar-SA" sz="800" dirty="0"/>
                    </a:p>
                  </a:txBody>
                  <a:tcPr/>
                </a:tc>
                <a:tc>
                  <a:txBody>
                    <a:bodyPr/>
                    <a:lstStyle/>
                    <a:p>
                      <a:pPr rtl="1"/>
                      <a:r>
                        <a:rPr lang="en-GB" sz="700" dirty="0"/>
                        <a:t>CNN-</a:t>
                      </a:r>
                      <a:r>
                        <a:rPr lang="en-GB" sz="700" dirty="0" err="1"/>
                        <a:t>BiLSTM</a:t>
                      </a:r>
                      <a:r>
                        <a:rPr lang="en-GB" sz="700" dirty="0"/>
                        <a:t> achieved 98% accuracy, outperforming Naive Bayes, Logistic Regression, and SVM.</a:t>
                      </a:r>
                      <a:endParaRPr lang="ar-SA" sz="700" dirty="0"/>
                    </a:p>
                  </a:txBody>
                  <a:tcPr/>
                </a:tc>
                <a:tc>
                  <a:txBody>
                    <a:bodyPr/>
                    <a:lstStyle/>
                    <a:p>
                      <a:pPr algn="ctr" rtl="1"/>
                      <a:r>
                        <a:rPr lang="en-US" sz="700" dirty="0"/>
                        <a:t>Python and TensorFlow</a:t>
                      </a:r>
                      <a:endParaRPr lang="ar-SA" sz="700" dirty="0"/>
                    </a:p>
                  </a:txBody>
                  <a:tcPr/>
                </a:tc>
                <a:tc>
                  <a:txBody>
                    <a:bodyPr/>
                    <a:lstStyle/>
                    <a:p>
                      <a:pPr rtl="1"/>
                      <a:endParaRPr lang="ar-SA" sz="900" dirty="0"/>
                    </a:p>
                  </a:txBody>
                  <a:tcPr/>
                </a:tc>
                <a:tc>
                  <a:txBody>
                    <a:bodyPr/>
                    <a:lstStyle/>
                    <a:p>
                      <a:pPr rtl="1"/>
                      <a:r>
                        <a:rPr lang="en-GB" sz="800" dirty="0"/>
                        <a:t>Detect SQL injection attacks using a CNN-</a:t>
                      </a:r>
                      <a:r>
                        <a:rPr lang="en-GB" sz="800" dirty="0" err="1"/>
                        <a:t>BiLSTM</a:t>
                      </a:r>
                      <a:r>
                        <a:rPr lang="en-GB" sz="800" dirty="0"/>
                        <a:t> hybrid model and compare it against other algorithms.</a:t>
                      </a:r>
                      <a:endParaRPr lang="ar-SA" sz="800" dirty="0"/>
                    </a:p>
                  </a:txBody>
                  <a:tcPr/>
                </a:tc>
                <a:tc>
                  <a:txBody>
                    <a:bodyPr/>
                    <a:lstStyle/>
                    <a:p>
                      <a:pPr algn="l" rtl="1"/>
                      <a:r>
                        <a:rPr lang="en-GB" sz="800" dirty="0"/>
                        <a:t>SQL Injection is a significant security vulnerability that allows attackers to manipulate databases and gain unauthorized access to critical data.</a:t>
                      </a:r>
                      <a:endParaRPr lang="ar-SA" sz="800" dirty="0"/>
                    </a:p>
                  </a:txBody>
                  <a:tcPr/>
                </a:tc>
                <a:tc>
                  <a:txBody>
                    <a:bodyPr/>
                    <a:lstStyle/>
                    <a:p>
                      <a:pPr algn="ctr" rtl="1"/>
                      <a:r>
                        <a:rPr lang="en-GB" sz="800" dirty="0"/>
                        <a:t>A CNN-</a:t>
                      </a:r>
                      <a:r>
                        <a:rPr lang="en-GB" sz="800" dirty="0" err="1"/>
                        <a:t>BiLstm</a:t>
                      </a:r>
                      <a:r>
                        <a:rPr lang="en-GB" sz="800" dirty="0"/>
                        <a:t> Based Approach for Detection of SQL Injection Attacks</a:t>
                      </a:r>
                      <a:endParaRPr lang="ar-SA" sz="800" dirty="0"/>
                    </a:p>
                  </a:txBody>
                  <a:tcPr/>
                </a:tc>
                <a:extLst>
                  <a:ext uri="{0D108BD9-81ED-4DB2-BD59-A6C34878D82A}">
                    <a16:rowId xmlns:a16="http://schemas.microsoft.com/office/drawing/2014/main" val="352454921"/>
                  </a:ext>
                </a:extLst>
              </a:tr>
            </a:tbl>
          </a:graphicData>
        </a:graphic>
      </p:graphicFrame>
      <p:pic>
        <p:nvPicPr>
          <p:cNvPr id="12" name="Picture 1">
            <a:extLst>
              <a:ext uri="{FF2B5EF4-FFF2-40B4-BE49-F238E27FC236}">
                <a16:creationId xmlns:a16="http://schemas.microsoft.com/office/drawing/2014/main" id="{9DCC42FF-C6BC-3554-FCA8-92ED3DCC23C2}"/>
              </a:ext>
            </a:extLst>
          </p:cNvPr>
          <p:cNvPicPr/>
          <p:nvPr/>
        </p:nvPicPr>
        <p:blipFill>
          <a:blip r:embed="rId2"/>
          <a:stretch>
            <a:fillRect/>
          </a:stretch>
        </p:blipFill>
        <p:spPr>
          <a:xfrm>
            <a:off x="4703837" y="3129487"/>
            <a:ext cx="852926" cy="842937"/>
          </a:xfrm>
          <a:prstGeom prst="rect">
            <a:avLst/>
          </a:prstGeom>
          <a:ln w="3175">
            <a:solidFill>
              <a:schemeClr val="tx1"/>
            </a:solidFill>
          </a:ln>
        </p:spPr>
      </p:pic>
      <p:graphicFrame>
        <p:nvGraphicFramePr>
          <p:cNvPr id="13" name="جدول 12">
            <a:extLst>
              <a:ext uri="{FF2B5EF4-FFF2-40B4-BE49-F238E27FC236}">
                <a16:creationId xmlns:a16="http://schemas.microsoft.com/office/drawing/2014/main" id="{002F4A17-76BC-CC93-C0F9-38EFB9FED894}"/>
              </a:ext>
            </a:extLst>
          </p:cNvPr>
          <p:cNvGraphicFramePr>
            <a:graphicFrameLocks noGrp="1"/>
          </p:cNvGraphicFramePr>
          <p:nvPr>
            <p:extLst>
              <p:ext uri="{D42A27DB-BD31-4B8C-83A1-F6EECF244321}">
                <p14:modId xmlns:p14="http://schemas.microsoft.com/office/powerpoint/2010/main" val="1600063430"/>
              </p:ext>
            </p:extLst>
          </p:nvPr>
        </p:nvGraphicFramePr>
        <p:xfrm>
          <a:off x="862837" y="4127761"/>
          <a:ext cx="7682001" cy="370840"/>
        </p:xfrm>
        <a:graphic>
          <a:graphicData uri="http://schemas.openxmlformats.org/drawingml/2006/table">
            <a:tbl>
              <a:tblPr firstRow="1" bandRow="1">
                <a:tableStyleId>{727AAC60-A749-498C-8D30-4CF4B73C1815}</a:tableStyleId>
              </a:tblPr>
              <a:tblGrid>
                <a:gridCol w="1766860">
                  <a:extLst>
                    <a:ext uri="{9D8B030D-6E8A-4147-A177-3AD203B41FA5}">
                      <a16:colId xmlns:a16="http://schemas.microsoft.com/office/drawing/2014/main" val="3631357091"/>
                    </a:ext>
                  </a:extLst>
                </a:gridCol>
                <a:gridCol w="1305941">
                  <a:extLst>
                    <a:ext uri="{9D8B030D-6E8A-4147-A177-3AD203B41FA5}">
                      <a16:colId xmlns:a16="http://schemas.microsoft.com/office/drawing/2014/main" val="2935777302"/>
                    </a:ext>
                  </a:extLst>
                </a:gridCol>
                <a:gridCol w="1536400">
                  <a:extLst>
                    <a:ext uri="{9D8B030D-6E8A-4147-A177-3AD203B41FA5}">
                      <a16:colId xmlns:a16="http://schemas.microsoft.com/office/drawing/2014/main" val="3435190958"/>
                    </a:ext>
                  </a:extLst>
                </a:gridCol>
                <a:gridCol w="1536400">
                  <a:extLst>
                    <a:ext uri="{9D8B030D-6E8A-4147-A177-3AD203B41FA5}">
                      <a16:colId xmlns:a16="http://schemas.microsoft.com/office/drawing/2014/main" val="2998533458"/>
                    </a:ext>
                  </a:extLst>
                </a:gridCol>
                <a:gridCol w="1536400">
                  <a:extLst>
                    <a:ext uri="{9D8B030D-6E8A-4147-A177-3AD203B41FA5}">
                      <a16:colId xmlns:a16="http://schemas.microsoft.com/office/drawing/2014/main" val="1542749936"/>
                    </a:ext>
                  </a:extLst>
                </a:gridCol>
              </a:tblGrid>
              <a:tr h="370840">
                <a:tc>
                  <a:txBody>
                    <a:bodyPr/>
                    <a:lstStyle/>
                    <a:p>
                      <a:pPr algn="ctr"/>
                      <a:r>
                        <a:rPr lang="en-GB" sz="1000" b="1" dirty="0"/>
                        <a:t>C</a:t>
                      </a:r>
                      <a:r>
                        <a:rPr lang="en-US" sz="1000" b="1" dirty="0"/>
                        <a:t>NN-</a:t>
                      </a:r>
                      <a:r>
                        <a:rPr lang="en-US" sz="1000" b="1" dirty="0" err="1"/>
                        <a:t>BiLstm</a:t>
                      </a:r>
                      <a:r>
                        <a:rPr lang="en-US" sz="1000" b="1" dirty="0"/>
                        <a:t> Model Result</a:t>
                      </a:r>
                    </a:p>
                  </a:txBody>
                  <a:tcPr/>
                </a:tc>
                <a:tc>
                  <a:txBody>
                    <a:bodyPr/>
                    <a:lstStyle/>
                    <a:p>
                      <a:r>
                        <a:rPr lang="en-GB" sz="1000" dirty="0"/>
                        <a:t>3.6126</a:t>
                      </a:r>
                      <a:endParaRPr lang="en-US" sz="1000" dirty="0"/>
                    </a:p>
                  </a:txBody>
                  <a:tcPr/>
                </a:tc>
                <a:tc>
                  <a:txBody>
                    <a:bodyPr/>
                    <a:lstStyle/>
                    <a:p>
                      <a:r>
                        <a:rPr lang="en-US" sz="1000" dirty="0">
                          <a:highlight>
                            <a:srgbClr val="FFFF00"/>
                          </a:highlight>
                        </a:rPr>
                        <a:t>99.3188</a:t>
                      </a:r>
                    </a:p>
                  </a:txBody>
                  <a:tcPr/>
                </a:tc>
                <a:tc>
                  <a:txBody>
                    <a:bodyPr/>
                    <a:lstStyle/>
                    <a:p>
                      <a:r>
                        <a:rPr lang="en-US" sz="1000" dirty="0"/>
                        <a:t>99.7470</a:t>
                      </a:r>
                    </a:p>
                  </a:txBody>
                  <a:tcPr/>
                </a:tc>
                <a:tc>
                  <a:txBody>
                    <a:bodyPr/>
                    <a:lstStyle/>
                    <a:p>
                      <a:r>
                        <a:rPr lang="en-US" sz="1000" dirty="0"/>
                        <a:t>98.8198</a:t>
                      </a:r>
                    </a:p>
                  </a:txBody>
                  <a:tcPr/>
                </a:tc>
                <a:extLst>
                  <a:ext uri="{0D108BD9-81ED-4DB2-BD59-A6C34878D82A}">
                    <a16:rowId xmlns:a16="http://schemas.microsoft.com/office/drawing/2014/main" val="527054580"/>
                  </a:ext>
                </a:extLst>
              </a:tr>
            </a:tbl>
          </a:graphicData>
        </a:graphic>
      </p:graphicFrame>
      <p:graphicFrame>
        <p:nvGraphicFramePr>
          <p:cNvPr id="14" name="جدول 13">
            <a:extLst>
              <a:ext uri="{FF2B5EF4-FFF2-40B4-BE49-F238E27FC236}">
                <a16:creationId xmlns:a16="http://schemas.microsoft.com/office/drawing/2014/main" id="{D69EBC9D-53A8-578D-B9F3-653B5C3D3BCD}"/>
              </a:ext>
            </a:extLst>
          </p:cNvPr>
          <p:cNvGraphicFramePr>
            <a:graphicFrameLocks noGrp="1"/>
          </p:cNvGraphicFramePr>
          <p:nvPr>
            <p:extLst>
              <p:ext uri="{D42A27DB-BD31-4B8C-83A1-F6EECF244321}">
                <p14:modId xmlns:p14="http://schemas.microsoft.com/office/powerpoint/2010/main" val="2765755998"/>
              </p:ext>
            </p:extLst>
          </p:nvPr>
        </p:nvGraphicFramePr>
        <p:xfrm>
          <a:off x="862838" y="717232"/>
          <a:ext cx="7682000" cy="1431172"/>
        </p:xfrm>
        <a:graphic>
          <a:graphicData uri="http://schemas.openxmlformats.org/drawingml/2006/table">
            <a:tbl>
              <a:tblPr rtl="1" firstRow="1" bandRow="1">
                <a:tableStyleId>{69CF1AB2-1976-4502-BF36-3FF5EA218861}</a:tableStyleId>
              </a:tblPr>
              <a:tblGrid>
                <a:gridCol w="877092">
                  <a:extLst>
                    <a:ext uri="{9D8B030D-6E8A-4147-A177-3AD203B41FA5}">
                      <a16:colId xmlns:a16="http://schemas.microsoft.com/office/drawing/2014/main" val="3919523298"/>
                    </a:ext>
                  </a:extLst>
                </a:gridCol>
                <a:gridCol w="809243">
                  <a:extLst>
                    <a:ext uri="{9D8B030D-6E8A-4147-A177-3AD203B41FA5}">
                      <a16:colId xmlns:a16="http://schemas.microsoft.com/office/drawing/2014/main" val="1628421990"/>
                    </a:ext>
                  </a:extLst>
                </a:gridCol>
                <a:gridCol w="1104561">
                  <a:extLst>
                    <a:ext uri="{9D8B030D-6E8A-4147-A177-3AD203B41FA5}">
                      <a16:colId xmlns:a16="http://schemas.microsoft.com/office/drawing/2014/main" val="1448345419"/>
                    </a:ext>
                  </a:extLst>
                </a:gridCol>
                <a:gridCol w="1235439">
                  <a:extLst>
                    <a:ext uri="{9D8B030D-6E8A-4147-A177-3AD203B41FA5}">
                      <a16:colId xmlns:a16="http://schemas.microsoft.com/office/drawing/2014/main" val="169370987"/>
                    </a:ext>
                  </a:extLst>
                </a:gridCol>
                <a:gridCol w="1075765">
                  <a:extLst>
                    <a:ext uri="{9D8B030D-6E8A-4147-A177-3AD203B41FA5}">
                      <a16:colId xmlns:a16="http://schemas.microsoft.com/office/drawing/2014/main" val="1606582381"/>
                    </a:ext>
                  </a:extLst>
                </a:gridCol>
                <a:gridCol w="1488396">
                  <a:extLst>
                    <a:ext uri="{9D8B030D-6E8A-4147-A177-3AD203B41FA5}">
                      <a16:colId xmlns:a16="http://schemas.microsoft.com/office/drawing/2014/main" val="2554307819"/>
                    </a:ext>
                  </a:extLst>
                </a:gridCol>
                <a:gridCol w="1091504">
                  <a:extLst>
                    <a:ext uri="{9D8B030D-6E8A-4147-A177-3AD203B41FA5}">
                      <a16:colId xmlns:a16="http://schemas.microsoft.com/office/drawing/2014/main" val="2010268607"/>
                    </a:ext>
                  </a:extLst>
                </a:gridCol>
              </a:tblGrid>
              <a:tr h="364372">
                <a:tc>
                  <a:txBody>
                    <a:bodyPr/>
                    <a:lstStyle/>
                    <a:p>
                      <a:pPr algn="ctr" rtl="1"/>
                      <a:r>
                        <a:rPr lang="en-GB" sz="800" b="1" dirty="0"/>
                        <a:t>Year Of Publish</a:t>
                      </a:r>
                      <a:endParaRPr lang="ar-SA" sz="800" b="1" dirty="0"/>
                    </a:p>
                  </a:txBody>
                  <a:tcPr/>
                </a:tc>
                <a:tc>
                  <a:txBody>
                    <a:bodyPr/>
                    <a:lstStyle/>
                    <a:p>
                      <a:pPr algn="ctr" rtl="1"/>
                      <a:r>
                        <a:rPr lang="en-GB" sz="800" b="1" dirty="0"/>
                        <a:t>Result</a:t>
                      </a:r>
                      <a:endParaRPr lang="ar-SA" sz="800" b="1" dirty="0"/>
                    </a:p>
                  </a:txBody>
                  <a:tcPr/>
                </a:tc>
                <a:tc>
                  <a:txBody>
                    <a:bodyPr/>
                    <a:lstStyle/>
                    <a:p>
                      <a:pPr algn="ctr" rtl="1"/>
                      <a:r>
                        <a:rPr lang="en-GB" sz="800" b="1" dirty="0"/>
                        <a:t>Tools </a:t>
                      </a:r>
                      <a:endParaRPr lang="ar-SA" sz="800" b="1" dirty="0"/>
                    </a:p>
                  </a:txBody>
                  <a:tcPr/>
                </a:tc>
                <a:tc>
                  <a:txBody>
                    <a:bodyPr/>
                    <a:lstStyle/>
                    <a:p>
                      <a:pPr algn="ctr" rtl="1"/>
                      <a:r>
                        <a:rPr lang="en-GB" sz="800" b="1" dirty="0"/>
                        <a:t>Methodology</a:t>
                      </a:r>
                      <a:endParaRPr lang="ar-SA" sz="800" b="1" dirty="0"/>
                    </a:p>
                  </a:txBody>
                  <a:tcPr/>
                </a:tc>
                <a:tc>
                  <a:txBody>
                    <a:bodyPr/>
                    <a:lstStyle/>
                    <a:p>
                      <a:pPr algn="ctr" rtl="1"/>
                      <a:r>
                        <a:rPr lang="en-GB" sz="800" b="1" dirty="0"/>
                        <a:t>Propused solution</a:t>
                      </a:r>
                      <a:endParaRPr lang="ar-SA" sz="800" b="1" dirty="0"/>
                    </a:p>
                  </a:txBody>
                  <a:tcPr/>
                </a:tc>
                <a:tc>
                  <a:txBody>
                    <a:bodyPr/>
                    <a:lstStyle/>
                    <a:p>
                      <a:pPr algn="ctr" rtl="1"/>
                      <a:r>
                        <a:rPr lang="en-GB" sz="800" b="1" dirty="0"/>
                        <a:t>Problem</a:t>
                      </a:r>
                      <a:endParaRPr lang="ar-SA" sz="800" b="1" dirty="0"/>
                    </a:p>
                  </a:txBody>
                  <a:tcPr/>
                </a:tc>
                <a:tc>
                  <a:txBody>
                    <a:bodyPr/>
                    <a:lstStyle/>
                    <a:p>
                      <a:pPr algn="ctr" rtl="1"/>
                      <a:r>
                        <a:rPr lang="en-GB" sz="800" b="1" dirty="0"/>
                        <a:t>Name </a:t>
                      </a:r>
                      <a:endParaRPr lang="ar-SA" sz="800" b="1" dirty="0"/>
                    </a:p>
                  </a:txBody>
                  <a:tcPr/>
                </a:tc>
                <a:extLst>
                  <a:ext uri="{0D108BD9-81ED-4DB2-BD59-A6C34878D82A}">
                    <a16:rowId xmlns:a16="http://schemas.microsoft.com/office/drawing/2014/main" val="3030042536"/>
                  </a:ext>
                </a:extLst>
              </a:tr>
              <a:tr h="330121">
                <a:tc>
                  <a:txBody>
                    <a:bodyPr/>
                    <a:lstStyle/>
                    <a:p>
                      <a:pPr algn="ctr" rtl="1"/>
                      <a:r>
                        <a:rPr lang="en-GB" sz="800" dirty="0"/>
                        <a:t>2021</a:t>
                      </a:r>
                      <a:endParaRPr lang="ar-SA" sz="800" dirty="0"/>
                    </a:p>
                  </a:txBody>
                  <a:tcPr/>
                </a:tc>
                <a:tc>
                  <a:txBody>
                    <a:bodyPr/>
                    <a:lstStyle/>
                    <a:p>
                      <a:pPr rtl="1"/>
                      <a:r>
                        <a:rPr lang="en-GB" sz="700" dirty="0"/>
                        <a:t>CNN achieved 98.25% accuracy, while MLP achieved 98.57%.</a:t>
                      </a:r>
                      <a:endParaRPr lang="ar-SA" sz="700" dirty="0"/>
                    </a:p>
                  </a:txBody>
                  <a:tcPr/>
                </a:tc>
                <a:tc>
                  <a:txBody>
                    <a:bodyPr/>
                    <a:lstStyle/>
                    <a:p>
                      <a:pPr algn="ctr" rtl="1"/>
                      <a:r>
                        <a:rPr lang="en-US" sz="700" dirty="0"/>
                        <a:t>Python, TensorFlow, Keras</a:t>
                      </a:r>
                      <a:endParaRPr lang="ar-SA" sz="700" dirty="0"/>
                    </a:p>
                  </a:txBody>
                  <a:tcPr/>
                </a:tc>
                <a:tc>
                  <a:txBody>
                    <a:bodyPr/>
                    <a:lstStyle/>
                    <a:p>
                      <a:pPr rtl="1"/>
                      <a:endParaRPr lang="ar-SA" sz="900" dirty="0"/>
                    </a:p>
                  </a:txBody>
                  <a:tcPr/>
                </a:tc>
                <a:tc>
                  <a:txBody>
                    <a:bodyPr/>
                    <a:lstStyle/>
                    <a:p>
                      <a:pPr rtl="1"/>
                      <a:r>
                        <a:rPr lang="en-GB" sz="800" dirty="0"/>
                        <a:t>Detect SQL Injection attacks using deep learning models (CNN and MLP) that automatically learn from SQL query structures.</a:t>
                      </a:r>
                      <a:endParaRPr lang="ar-SA" sz="800" dirty="0"/>
                    </a:p>
                  </a:txBody>
                  <a:tcPr/>
                </a:tc>
                <a:tc>
                  <a:txBody>
                    <a:bodyPr/>
                    <a:lstStyle/>
                    <a:p>
                      <a:pPr algn="l" rtl="1"/>
                      <a:r>
                        <a:rPr lang="en-GB" sz="800" dirty="0"/>
                        <a:t>SQL Injection attacks are a critical security risk, allowing unauthorized access to databases and manipulation of sensitive information.</a:t>
                      </a:r>
                      <a:endParaRPr lang="ar-SA" sz="800" dirty="0"/>
                    </a:p>
                  </a:txBody>
                  <a:tcPr/>
                </a:tc>
                <a:tc>
                  <a:txBody>
                    <a:bodyPr/>
                    <a:lstStyle/>
                    <a:p>
                      <a:pPr algn="ctr" rtl="1"/>
                      <a:r>
                        <a:rPr lang="en-GB" sz="800" dirty="0"/>
                        <a:t>SQL Injection Attack Detection and Prevention Techniques Using Deep Learning</a:t>
                      </a:r>
                      <a:endParaRPr lang="ar-SA" sz="800" dirty="0"/>
                    </a:p>
                  </a:txBody>
                  <a:tcPr/>
                </a:tc>
                <a:extLst>
                  <a:ext uri="{0D108BD9-81ED-4DB2-BD59-A6C34878D82A}">
                    <a16:rowId xmlns:a16="http://schemas.microsoft.com/office/drawing/2014/main" val="352454921"/>
                  </a:ext>
                </a:extLst>
              </a:tr>
            </a:tbl>
          </a:graphicData>
        </a:graphic>
      </p:graphicFrame>
      <p:pic>
        <p:nvPicPr>
          <p:cNvPr id="3" name="Picture 1">
            <a:extLst>
              <a:ext uri="{FF2B5EF4-FFF2-40B4-BE49-F238E27FC236}">
                <a16:creationId xmlns:a16="http://schemas.microsoft.com/office/drawing/2014/main" id="{CEC16F79-1F13-8007-005B-8EE78C06C37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572000" y="1320258"/>
            <a:ext cx="1121082" cy="485276"/>
          </a:xfrm>
          <a:prstGeom prst="rect">
            <a:avLst/>
          </a:prstGeom>
          <a:ln>
            <a:solidFill>
              <a:schemeClr val="tx1">
                <a:lumMod val="75000"/>
                <a:lumOff val="25000"/>
              </a:schemeClr>
            </a:solidFill>
          </a:ln>
        </p:spPr>
      </p:pic>
      <p:graphicFrame>
        <p:nvGraphicFramePr>
          <p:cNvPr id="4" name="جدول 3">
            <a:extLst>
              <a:ext uri="{FF2B5EF4-FFF2-40B4-BE49-F238E27FC236}">
                <a16:creationId xmlns:a16="http://schemas.microsoft.com/office/drawing/2014/main" id="{DFA8732D-7506-AAD6-C98E-59B966287E4B}"/>
              </a:ext>
            </a:extLst>
          </p:cNvPr>
          <p:cNvGraphicFramePr>
            <a:graphicFrameLocks noGrp="1"/>
          </p:cNvGraphicFramePr>
          <p:nvPr>
            <p:extLst>
              <p:ext uri="{D42A27DB-BD31-4B8C-83A1-F6EECF244321}">
                <p14:modId xmlns:p14="http://schemas.microsoft.com/office/powerpoint/2010/main" val="2235944089"/>
              </p:ext>
            </p:extLst>
          </p:nvPr>
        </p:nvGraphicFramePr>
        <p:xfrm>
          <a:off x="862838" y="2239701"/>
          <a:ext cx="7710900" cy="370840"/>
        </p:xfrm>
        <a:graphic>
          <a:graphicData uri="http://schemas.openxmlformats.org/drawingml/2006/table">
            <a:tbl>
              <a:tblPr firstRow="1" bandRow="1">
                <a:tableStyleId>{727AAC60-A749-498C-8D30-4CF4B73C1815}</a:tableStyleId>
              </a:tblPr>
              <a:tblGrid>
                <a:gridCol w="1773507">
                  <a:extLst>
                    <a:ext uri="{9D8B030D-6E8A-4147-A177-3AD203B41FA5}">
                      <a16:colId xmlns:a16="http://schemas.microsoft.com/office/drawing/2014/main" val="1108333745"/>
                    </a:ext>
                  </a:extLst>
                </a:gridCol>
                <a:gridCol w="1310853">
                  <a:extLst>
                    <a:ext uri="{9D8B030D-6E8A-4147-A177-3AD203B41FA5}">
                      <a16:colId xmlns:a16="http://schemas.microsoft.com/office/drawing/2014/main" val="928645541"/>
                    </a:ext>
                  </a:extLst>
                </a:gridCol>
                <a:gridCol w="1542180">
                  <a:extLst>
                    <a:ext uri="{9D8B030D-6E8A-4147-A177-3AD203B41FA5}">
                      <a16:colId xmlns:a16="http://schemas.microsoft.com/office/drawing/2014/main" val="2974956894"/>
                    </a:ext>
                  </a:extLst>
                </a:gridCol>
                <a:gridCol w="1542180">
                  <a:extLst>
                    <a:ext uri="{9D8B030D-6E8A-4147-A177-3AD203B41FA5}">
                      <a16:colId xmlns:a16="http://schemas.microsoft.com/office/drawing/2014/main" val="2608364438"/>
                    </a:ext>
                  </a:extLst>
                </a:gridCol>
                <a:gridCol w="1542180">
                  <a:extLst>
                    <a:ext uri="{9D8B030D-6E8A-4147-A177-3AD203B41FA5}">
                      <a16:colId xmlns:a16="http://schemas.microsoft.com/office/drawing/2014/main" val="1768737045"/>
                    </a:ext>
                  </a:extLst>
                </a:gridCol>
              </a:tblGrid>
              <a:tr h="370840">
                <a:tc>
                  <a:txBody>
                    <a:bodyPr/>
                    <a:lstStyle/>
                    <a:p>
                      <a:pPr algn="ctr"/>
                      <a:r>
                        <a:rPr lang="en-GB" sz="1000" b="1" dirty="0"/>
                        <a:t>C</a:t>
                      </a:r>
                      <a:r>
                        <a:rPr lang="en-US" sz="1000" b="1" dirty="0"/>
                        <a:t>NN Model Result</a:t>
                      </a:r>
                    </a:p>
                  </a:txBody>
                  <a:tcPr/>
                </a:tc>
                <a:tc>
                  <a:txBody>
                    <a:bodyPr/>
                    <a:lstStyle/>
                    <a:p>
                      <a:r>
                        <a:rPr lang="en-GB" sz="1000" dirty="0"/>
                        <a:t>3</a:t>
                      </a:r>
                      <a:r>
                        <a:rPr lang="en-US" sz="1000" dirty="0"/>
                        <a:t>.9503</a:t>
                      </a:r>
                    </a:p>
                  </a:txBody>
                  <a:tcPr/>
                </a:tc>
                <a:tc>
                  <a:txBody>
                    <a:bodyPr/>
                    <a:lstStyle/>
                    <a:p>
                      <a:r>
                        <a:rPr lang="en-GB" sz="1000" dirty="0">
                          <a:highlight>
                            <a:srgbClr val="FFFF00"/>
                          </a:highlight>
                        </a:rPr>
                        <a:t>99.2994</a:t>
                      </a:r>
                      <a:endParaRPr lang="en-US" sz="1000" dirty="0">
                        <a:highlight>
                          <a:srgbClr val="FFFF00"/>
                        </a:highlight>
                      </a:endParaRPr>
                    </a:p>
                  </a:txBody>
                  <a:tcPr/>
                </a:tc>
                <a:tc>
                  <a:txBody>
                    <a:bodyPr/>
                    <a:lstStyle/>
                    <a:p>
                      <a:r>
                        <a:rPr lang="en-US" sz="1000" dirty="0"/>
                        <a:t>99.7577</a:t>
                      </a:r>
                    </a:p>
                  </a:txBody>
                  <a:tcPr/>
                </a:tc>
                <a:tc>
                  <a:txBody>
                    <a:bodyPr/>
                    <a:lstStyle/>
                    <a:p>
                      <a:r>
                        <a:rPr lang="en-US" sz="1000" dirty="0"/>
                        <a:t>98.7683</a:t>
                      </a:r>
                    </a:p>
                  </a:txBody>
                  <a:tcPr/>
                </a:tc>
                <a:extLst>
                  <a:ext uri="{0D108BD9-81ED-4DB2-BD59-A6C34878D82A}">
                    <a16:rowId xmlns:a16="http://schemas.microsoft.com/office/drawing/2014/main" val="537113358"/>
                  </a:ext>
                </a:extLst>
              </a:tr>
            </a:tbl>
          </a:graphicData>
        </a:graphic>
      </p:graphicFrame>
    </p:spTree>
    <p:extLst>
      <p:ext uri="{BB962C8B-B14F-4D97-AF65-F5344CB8AC3E}">
        <p14:creationId xmlns:p14="http://schemas.microsoft.com/office/powerpoint/2010/main" val="3284081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a:extLst>
            <a:ext uri="{FF2B5EF4-FFF2-40B4-BE49-F238E27FC236}">
              <a16:creationId xmlns:a16="http://schemas.microsoft.com/office/drawing/2014/main" id="{1F1E0098-E80D-DF51-37F2-F8CF5650D415}"/>
            </a:ext>
          </a:extLst>
        </p:cNvPr>
        <p:cNvGrpSpPr/>
        <p:nvPr/>
      </p:nvGrpSpPr>
      <p:grpSpPr>
        <a:xfrm>
          <a:off x="0" y="0"/>
          <a:ext cx="0" cy="0"/>
          <a:chOff x="0" y="0"/>
          <a:chExt cx="0" cy="0"/>
        </a:xfrm>
      </p:grpSpPr>
      <p:grpSp>
        <p:nvGrpSpPr>
          <p:cNvPr id="493" name="Google Shape;493;p37">
            <a:extLst>
              <a:ext uri="{FF2B5EF4-FFF2-40B4-BE49-F238E27FC236}">
                <a16:creationId xmlns:a16="http://schemas.microsoft.com/office/drawing/2014/main" id="{FCB91460-2FB4-1E07-A3D9-2A8DC4BC7744}"/>
              </a:ext>
            </a:extLst>
          </p:cNvPr>
          <p:cNvGrpSpPr/>
          <p:nvPr/>
        </p:nvGrpSpPr>
        <p:grpSpPr>
          <a:xfrm rot="8100000">
            <a:off x="-740495" y="-1299371"/>
            <a:ext cx="1034513" cy="2433008"/>
            <a:chOff x="3163538" y="306007"/>
            <a:chExt cx="2665857" cy="6269666"/>
          </a:xfrm>
        </p:grpSpPr>
        <p:sp>
          <p:nvSpPr>
            <p:cNvPr id="494" name="Google Shape;494;p37">
              <a:extLst>
                <a:ext uri="{FF2B5EF4-FFF2-40B4-BE49-F238E27FC236}">
                  <a16:creationId xmlns:a16="http://schemas.microsoft.com/office/drawing/2014/main" id="{29E1AF12-DC2F-FF17-A8E3-72BECCCD73FD}"/>
                </a:ext>
              </a:extLst>
            </p:cNvPr>
            <p:cNvSpPr/>
            <p:nvPr/>
          </p:nvSpPr>
          <p:spPr>
            <a:xfrm>
              <a:off x="3163538" y="306007"/>
              <a:ext cx="2665857" cy="6269666"/>
            </a:xfrm>
            <a:custGeom>
              <a:avLst/>
              <a:gdLst/>
              <a:ahLst/>
              <a:cxnLst/>
              <a:rect l="l" t="t" r="r" b="b"/>
              <a:pathLst>
                <a:path w="2665857" h="6269666" extrusionOk="0">
                  <a:moveTo>
                    <a:pt x="0" y="6269666"/>
                  </a:moveTo>
                  <a:lnTo>
                    <a:pt x="0" y="1330912"/>
                  </a:lnTo>
                  <a:cubicBezTo>
                    <a:pt x="0" y="595268"/>
                    <a:pt x="596170" y="0"/>
                    <a:pt x="1332929" y="0"/>
                  </a:cubicBezTo>
                  <a:cubicBezTo>
                    <a:pt x="2069687" y="0"/>
                    <a:pt x="2665857" y="595268"/>
                    <a:pt x="2665857" y="1330912"/>
                  </a:cubicBezTo>
                  <a:lnTo>
                    <a:pt x="2665857" y="347830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37">
              <a:extLst>
                <a:ext uri="{FF2B5EF4-FFF2-40B4-BE49-F238E27FC236}">
                  <a16:creationId xmlns:a16="http://schemas.microsoft.com/office/drawing/2014/main" id="{A0AAF142-D3F2-1AE7-BE31-0D83BF1FE16A}"/>
                </a:ext>
              </a:extLst>
            </p:cNvPr>
            <p:cNvSpPr/>
            <p:nvPr/>
          </p:nvSpPr>
          <p:spPr>
            <a:xfrm>
              <a:off x="3430047" y="572113"/>
              <a:ext cx="2132837" cy="6003559"/>
            </a:xfrm>
            <a:custGeom>
              <a:avLst/>
              <a:gdLst/>
              <a:ahLst/>
              <a:cxnLst/>
              <a:rect l="l" t="t" r="r" b="b"/>
              <a:pathLst>
                <a:path w="2132837" h="6003559" extrusionOk="0">
                  <a:moveTo>
                    <a:pt x="0" y="6003560"/>
                  </a:moveTo>
                  <a:lnTo>
                    <a:pt x="0" y="1064806"/>
                  </a:lnTo>
                  <a:cubicBezTo>
                    <a:pt x="0" y="476290"/>
                    <a:pt x="476917" y="0"/>
                    <a:pt x="1066419" y="0"/>
                  </a:cubicBezTo>
                  <a:cubicBezTo>
                    <a:pt x="1655826" y="0"/>
                    <a:pt x="2132838" y="476195"/>
                    <a:pt x="2132838" y="1064806"/>
                  </a:cubicBezTo>
                  <a:lnTo>
                    <a:pt x="2132838" y="3212202"/>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37">
              <a:extLst>
                <a:ext uri="{FF2B5EF4-FFF2-40B4-BE49-F238E27FC236}">
                  <a16:creationId xmlns:a16="http://schemas.microsoft.com/office/drawing/2014/main" id="{FAD9C096-F686-6E56-011D-C937E758A096}"/>
                </a:ext>
              </a:extLst>
            </p:cNvPr>
            <p:cNvSpPr/>
            <p:nvPr/>
          </p:nvSpPr>
          <p:spPr>
            <a:xfrm>
              <a:off x="3696652" y="838315"/>
              <a:ext cx="1599628" cy="5737358"/>
            </a:xfrm>
            <a:custGeom>
              <a:avLst/>
              <a:gdLst/>
              <a:ahLst/>
              <a:cxnLst/>
              <a:rect l="l" t="t" r="r" b="b"/>
              <a:pathLst>
                <a:path w="1599628" h="5737358" extrusionOk="0">
                  <a:moveTo>
                    <a:pt x="0" y="5737359"/>
                  </a:moveTo>
                  <a:lnTo>
                    <a:pt x="0" y="798604"/>
                  </a:lnTo>
                  <a:cubicBezTo>
                    <a:pt x="0" y="357218"/>
                    <a:pt x="357759" y="0"/>
                    <a:pt x="799814" y="0"/>
                  </a:cubicBezTo>
                  <a:cubicBezTo>
                    <a:pt x="1241870" y="0"/>
                    <a:pt x="1599629" y="357218"/>
                    <a:pt x="1599629" y="798604"/>
                  </a:cubicBezTo>
                  <a:lnTo>
                    <a:pt x="1599629" y="2946000"/>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37">
              <a:extLst>
                <a:ext uri="{FF2B5EF4-FFF2-40B4-BE49-F238E27FC236}">
                  <a16:creationId xmlns:a16="http://schemas.microsoft.com/office/drawing/2014/main" id="{CFDF4E2F-3DFA-EB23-9B45-196FBC5C5E9A}"/>
                </a:ext>
              </a:extLst>
            </p:cNvPr>
            <p:cNvSpPr/>
            <p:nvPr/>
          </p:nvSpPr>
          <p:spPr>
            <a:xfrm>
              <a:off x="3963257" y="1104516"/>
              <a:ext cx="1066419" cy="5471157"/>
            </a:xfrm>
            <a:custGeom>
              <a:avLst/>
              <a:gdLst/>
              <a:ahLst/>
              <a:cxnLst/>
              <a:rect l="l" t="t" r="r" b="b"/>
              <a:pathLst>
                <a:path w="1066419" h="5471157" extrusionOk="0">
                  <a:moveTo>
                    <a:pt x="0" y="5471157"/>
                  </a:moveTo>
                  <a:lnTo>
                    <a:pt x="0" y="532403"/>
                  </a:lnTo>
                  <a:cubicBezTo>
                    <a:pt x="0" y="238145"/>
                    <a:pt x="238506" y="0"/>
                    <a:pt x="533210" y="0"/>
                  </a:cubicBezTo>
                  <a:cubicBezTo>
                    <a:pt x="827913" y="0"/>
                    <a:pt x="1066419" y="238145"/>
                    <a:pt x="1066419" y="532403"/>
                  </a:cubicBezTo>
                  <a:lnTo>
                    <a:pt x="1066419" y="2679799"/>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37">
              <a:extLst>
                <a:ext uri="{FF2B5EF4-FFF2-40B4-BE49-F238E27FC236}">
                  <a16:creationId xmlns:a16="http://schemas.microsoft.com/office/drawing/2014/main" id="{97394AE3-EE19-C5DA-7EFB-A3D339623FA5}"/>
                </a:ext>
              </a:extLst>
            </p:cNvPr>
            <p:cNvSpPr/>
            <p:nvPr/>
          </p:nvSpPr>
          <p:spPr>
            <a:xfrm>
              <a:off x="4229862" y="1636919"/>
              <a:ext cx="533209" cy="266201"/>
            </a:xfrm>
            <a:custGeom>
              <a:avLst/>
              <a:gdLst/>
              <a:ahLst/>
              <a:cxnLst/>
              <a:rect l="l" t="t" r="r" b="b"/>
              <a:pathLst>
                <a:path w="533209" h="266201" extrusionOk="0">
                  <a:moveTo>
                    <a:pt x="0" y="0"/>
                  </a:moveTo>
                  <a:cubicBezTo>
                    <a:pt x="0" y="147129"/>
                    <a:pt x="119253" y="266201"/>
                    <a:pt x="266605" y="266201"/>
                  </a:cubicBezTo>
                  <a:cubicBezTo>
                    <a:pt x="413956" y="266201"/>
                    <a:pt x="533209" y="147129"/>
                    <a:pt x="533209" y="0"/>
                  </a:cubicBez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37">
              <a:extLst>
                <a:ext uri="{FF2B5EF4-FFF2-40B4-BE49-F238E27FC236}">
                  <a16:creationId xmlns:a16="http://schemas.microsoft.com/office/drawing/2014/main" id="{61E9DAEA-17C6-342A-150A-2052D7954B87}"/>
                </a:ext>
              </a:extLst>
            </p:cNvPr>
            <p:cNvSpPr/>
            <p:nvPr/>
          </p:nvSpPr>
          <p:spPr>
            <a:xfrm>
              <a:off x="4229862" y="1370718"/>
              <a:ext cx="266604" cy="5204860"/>
            </a:xfrm>
            <a:custGeom>
              <a:avLst/>
              <a:gdLst/>
              <a:ahLst/>
              <a:cxnLst/>
              <a:rect l="l" t="t" r="r" b="b"/>
              <a:pathLst>
                <a:path w="266604" h="5204860" extrusionOk="0">
                  <a:moveTo>
                    <a:pt x="266605" y="0"/>
                  </a:moveTo>
                  <a:cubicBezTo>
                    <a:pt x="119253" y="0"/>
                    <a:pt x="0" y="119073"/>
                    <a:pt x="0" y="266201"/>
                  </a:cubicBezTo>
                  <a:lnTo>
                    <a:pt x="0" y="5204861"/>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37">
              <a:extLst>
                <a:ext uri="{FF2B5EF4-FFF2-40B4-BE49-F238E27FC236}">
                  <a16:creationId xmlns:a16="http://schemas.microsoft.com/office/drawing/2014/main" id="{BA5AF83B-36F8-34EC-6B0B-F6DB732F6FBA}"/>
                </a:ext>
              </a:extLst>
            </p:cNvPr>
            <p:cNvSpPr/>
            <p:nvPr/>
          </p:nvSpPr>
          <p:spPr>
            <a:xfrm>
              <a:off x="4496466" y="1370718"/>
              <a:ext cx="266604" cy="2413597"/>
            </a:xfrm>
            <a:custGeom>
              <a:avLst/>
              <a:gdLst/>
              <a:ahLst/>
              <a:cxnLst/>
              <a:rect l="l" t="t" r="r" b="b"/>
              <a:pathLst>
                <a:path w="266604" h="2413597" extrusionOk="0">
                  <a:moveTo>
                    <a:pt x="0" y="0"/>
                  </a:moveTo>
                  <a:cubicBezTo>
                    <a:pt x="147352" y="0"/>
                    <a:pt x="266605" y="119073"/>
                    <a:pt x="266605" y="266201"/>
                  </a:cubicBezTo>
                  <a:lnTo>
                    <a:pt x="266605" y="2413598"/>
                  </a:lnTo>
                </a:path>
              </a:pathLst>
            </a:custGeom>
            <a:noFill/>
            <a:ln w="9525" cap="flat" cmpd="sng">
              <a:solidFill>
                <a:srgbClr val="0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01" name="Google Shape;501;p37">
            <a:extLst>
              <a:ext uri="{FF2B5EF4-FFF2-40B4-BE49-F238E27FC236}">
                <a16:creationId xmlns:a16="http://schemas.microsoft.com/office/drawing/2014/main" id="{ACBC600B-6283-267F-D2A8-62A5669CCC9A}"/>
              </a:ext>
            </a:extLst>
          </p:cNvPr>
          <p:cNvGrpSpPr/>
          <p:nvPr/>
        </p:nvGrpSpPr>
        <p:grpSpPr>
          <a:xfrm rot="-5400000">
            <a:off x="6962579" y="-1225434"/>
            <a:ext cx="3256588" cy="441251"/>
            <a:chOff x="6304675" y="490675"/>
            <a:chExt cx="3552900" cy="481400"/>
          </a:xfrm>
        </p:grpSpPr>
        <p:cxnSp>
          <p:nvCxnSpPr>
            <p:cNvPr id="502" name="Google Shape;502;p37">
              <a:extLst>
                <a:ext uri="{FF2B5EF4-FFF2-40B4-BE49-F238E27FC236}">
                  <a16:creationId xmlns:a16="http://schemas.microsoft.com/office/drawing/2014/main" id="{0CCF9353-8302-93C2-B124-F7571C945555}"/>
                </a:ext>
              </a:extLst>
            </p:cNvPr>
            <p:cNvCxnSpPr/>
            <p:nvPr/>
          </p:nvCxnSpPr>
          <p:spPr>
            <a:xfrm>
              <a:off x="6304675" y="4906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3" name="Google Shape;503;p37">
              <a:extLst>
                <a:ext uri="{FF2B5EF4-FFF2-40B4-BE49-F238E27FC236}">
                  <a16:creationId xmlns:a16="http://schemas.microsoft.com/office/drawing/2014/main" id="{838E9A36-C920-6CD4-EAEE-11F66012BA8A}"/>
                </a:ext>
              </a:extLst>
            </p:cNvPr>
            <p:cNvCxnSpPr/>
            <p:nvPr/>
          </p:nvCxnSpPr>
          <p:spPr>
            <a:xfrm>
              <a:off x="6304675" y="6110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4" name="Google Shape;504;p37">
              <a:extLst>
                <a:ext uri="{FF2B5EF4-FFF2-40B4-BE49-F238E27FC236}">
                  <a16:creationId xmlns:a16="http://schemas.microsoft.com/office/drawing/2014/main" id="{E548B37B-B871-09FC-3516-40BDFA474213}"/>
                </a:ext>
              </a:extLst>
            </p:cNvPr>
            <p:cNvCxnSpPr/>
            <p:nvPr/>
          </p:nvCxnSpPr>
          <p:spPr>
            <a:xfrm>
              <a:off x="6304675" y="73137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37">
              <a:extLst>
                <a:ext uri="{FF2B5EF4-FFF2-40B4-BE49-F238E27FC236}">
                  <a16:creationId xmlns:a16="http://schemas.microsoft.com/office/drawing/2014/main" id="{F8E4A3B6-887C-D7C0-9984-0662E256BA4A}"/>
                </a:ext>
              </a:extLst>
            </p:cNvPr>
            <p:cNvCxnSpPr/>
            <p:nvPr/>
          </p:nvCxnSpPr>
          <p:spPr>
            <a:xfrm>
              <a:off x="6304675" y="851725"/>
              <a:ext cx="3552900" cy="0"/>
            </a:xfrm>
            <a:prstGeom prst="straightConnector1">
              <a:avLst/>
            </a:prstGeom>
            <a:noFill/>
            <a:ln w="9525" cap="flat" cmpd="sng">
              <a:solidFill>
                <a:schemeClr val="dk1"/>
              </a:solidFill>
              <a:prstDash val="solid"/>
              <a:round/>
              <a:headEnd type="none" w="med" len="med"/>
              <a:tailEnd type="none" w="med" len="med"/>
            </a:ln>
          </p:spPr>
        </p:cxnSp>
        <p:cxnSp>
          <p:nvCxnSpPr>
            <p:cNvPr id="506" name="Google Shape;506;p37">
              <a:extLst>
                <a:ext uri="{FF2B5EF4-FFF2-40B4-BE49-F238E27FC236}">
                  <a16:creationId xmlns:a16="http://schemas.microsoft.com/office/drawing/2014/main" id="{E7C4B40E-1D38-5CC3-4631-97794914B524}"/>
                </a:ext>
              </a:extLst>
            </p:cNvPr>
            <p:cNvCxnSpPr/>
            <p:nvPr/>
          </p:nvCxnSpPr>
          <p:spPr>
            <a:xfrm>
              <a:off x="6304675" y="972075"/>
              <a:ext cx="3552900" cy="0"/>
            </a:xfrm>
            <a:prstGeom prst="straightConnector1">
              <a:avLst/>
            </a:prstGeom>
            <a:noFill/>
            <a:ln w="9525" cap="flat" cmpd="sng">
              <a:solidFill>
                <a:schemeClr val="dk1"/>
              </a:solidFill>
              <a:prstDash val="solid"/>
              <a:round/>
              <a:headEnd type="none" w="med" len="med"/>
              <a:tailEnd type="none" w="med" len="med"/>
            </a:ln>
          </p:spPr>
        </p:cxnSp>
      </p:grpSp>
      <p:sp>
        <p:nvSpPr>
          <p:cNvPr id="3" name="TextBox 2">
            <a:extLst>
              <a:ext uri="{FF2B5EF4-FFF2-40B4-BE49-F238E27FC236}">
                <a16:creationId xmlns:a16="http://schemas.microsoft.com/office/drawing/2014/main" id="{775CEAA3-5126-C06B-355B-225A0F0071F7}"/>
              </a:ext>
            </a:extLst>
          </p:cNvPr>
          <p:cNvSpPr txBox="1"/>
          <p:nvPr/>
        </p:nvSpPr>
        <p:spPr>
          <a:xfrm>
            <a:off x="909193" y="327497"/>
            <a:ext cx="7314905" cy="461665"/>
          </a:xfrm>
          <a:prstGeom prst="rect">
            <a:avLst/>
          </a:prstGeom>
          <a:noFill/>
        </p:spPr>
        <p:txBody>
          <a:bodyPr wrap="square">
            <a:spAutoFit/>
          </a:bodyPr>
          <a:lstStyle/>
          <a:p>
            <a:pPr algn="ctr"/>
            <a:r>
              <a:rPr lang="en-US" sz="2400" b="1" kern="1200" dirty="0">
                <a:latin typeface="Bitter" panose="020B0604020202020204" charset="0"/>
                <a:ea typeface="Open Sans" panose="020B0606030504020204" pitchFamily="34" charset="0"/>
                <a:cs typeface="Open Sans" panose="020B0606030504020204" pitchFamily="34" charset="0"/>
              </a:rPr>
              <a:t>Conclusion &amp; Recommendations</a:t>
            </a:r>
          </a:p>
        </p:txBody>
      </p:sp>
      <p:graphicFrame>
        <p:nvGraphicFramePr>
          <p:cNvPr id="14" name="Diagram 13">
            <a:extLst>
              <a:ext uri="{FF2B5EF4-FFF2-40B4-BE49-F238E27FC236}">
                <a16:creationId xmlns:a16="http://schemas.microsoft.com/office/drawing/2014/main" id="{5C5A7865-640D-EA3F-6256-97F6B33066C5}"/>
              </a:ext>
            </a:extLst>
          </p:cNvPr>
          <p:cNvGraphicFramePr/>
          <p:nvPr>
            <p:extLst>
              <p:ext uri="{D42A27DB-BD31-4B8C-83A1-F6EECF244321}">
                <p14:modId xmlns:p14="http://schemas.microsoft.com/office/powerpoint/2010/main" val="3481010956"/>
              </p:ext>
            </p:extLst>
          </p:nvPr>
        </p:nvGraphicFramePr>
        <p:xfrm>
          <a:off x="672470" y="805358"/>
          <a:ext cx="8214301"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0958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a:extLst>
              <a:ext uri="{FF2B5EF4-FFF2-40B4-BE49-F238E27FC236}">
                <a16:creationId xmlns:a16="http://schemas.microsoft.com/office/drawing/2014/main" id="{832ECF41-7FC0-F3A0-19F4-D9D3B6C79060}"/>
              </a:ext>
            </a:extLst>
          </p:cNvPr>
          <p:cNvSpPr txBox="1"/>
          <p:nvPr/>
        </p:nvSpPr>
        <p:spPr>
          <a:xfrm>
            <a:off x="686358" y="282703"/>
            <a:ext cx="2884615" cy="584775"/>
          </a:xfrm>
          <a:prstGeom prst="rect">
            <a:avLst/>
          </a:prstGeom>
          <a:noFill/>
        </p:spPr>
        <p:txBody>
          <a:bodyPr wrap="square" rtlCol="1">
            <a:spAutoFit/>
          </a:bodyPr>
          <a:lstStyle/>
          <a:p>
            <a:pPr algn="ctr"/>
            <a:r>
              <a:rPr lang="en-GB" sz="3200" b="1" dirty="0">
                <a:latin typeface="Bitter" panose="020B0604020202020204" charset="0"/>
              </a:rPr>
              <a:t>Testing …</a:t>
            </a:r>
            <a:endParaRPr lang="ar-SA" sz="3200" b="1" dirty="0">
              <a:latin typeface="Bitter" panose="020B0604020202020204" charset="0"/>
            </a:endParaRPr>
          </a:p>
        </p:txBody>
      </p:sp>
      <p:pic>
        <p:nvPicPr>
          <p:cNvPr id="3" name="صورة 2">
            <a:extLst>
              <a:ext uri="{FF2B5EF4-FFF2-40B4-BE49-F238E27FC236}">
                <a16:creationId xmlns:a16="http://schemas.microsoft.com/office/drawing/2014/main" id="{B6B9F99D-2950-0A5E-C0DE-4FBDC77906DC}"/>
              </a:ext>
            </a:extLst>
          </p:cNvPr>
          <p:cNvPicPr>
            <a:picLocks noChangeAspect="1"/>
          </p:cNvPicPr>
          <p:nvPr/>
        </p:nvPicPr>
        <p:blipFill>
          <a:blip r:embed="rId2"/>
          <a:stretch>
            <a:fillRect/>
          </a:stretch>
        </p:blipFill>
        <p:spPr>
          <a:xfrm>
            <a:off x="1034716" y="989942"/>
            <a:ext cx="7074568" cy="3408544"/>
          </a:xfrm>
          <a:prstGeom prst="rect">
            <a:avLst/>
          </a:prstGeom>
          <a:solidFill>
            <a:srgbClr val="FFFFFF">
              <a:shade val="85000"/>
            </a:srgbClr>
          </a:solidFill>
          <a:ln w="3175" cap="sq">
            <a:solidFill>
              <a:schemeClr val="tx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86637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60371-387B-C7F1-0792-265B9D2F2843}"/>
              </a:ext>
            </a:extLst>
          </p:cNvPr>
          <p:cNvSpPr>
            <a:spLocks noGrp="1"/>
          </p:cNvSpPr>
          <p:nvPr>
            <p:ph type="ctrTitle"/>
          </p:nvPr>
        </p:nvSpPr>
        <p:spPr>
          <a:xfrm>
            <a:off x="1626456" y="1187353"/>
            <a:ext cx="3926714" cy="1519127"/>
          </a:xfrm>
        </p:spPr>
        <p:txBody>
          <a:bodyPr/>
          <a:lstStyle/>
          <a:p>
            <a:r>
              <a:rPr lang="en-US" sz="7200" dirty="0"/>
              <a:t>THANK</a:t>
            </a:r>
            <a:r>
              <a:rPr lang="en-US" dirty="0"/>
              <a:t> </a:t>
            </a:r>
          </a:p>
        </p:txBody>
      </p:sp>
      <p:sp>
        <p:nvSpPr>
          <p:cNvPr id="3" name="Subtitle 2">
            <a:extLst>
              <a:ext uri="{FF2B5EF4-FFF2-40B4-BE49-F238E27FC236}">
                <a16:creationId xmlns:a16="http://schemas.microsoft.com/office/drawing/2014/main" id="{83B52E0D-1B90-BA27-09DE-164D866DD4FD}"/>
              </a:ext>
            </a:extLst>
          </p:cNvPr>
          <p:cNvSpPr>
            <a:spLocks noGrp="1"/>
          </p:cNvSpPr>
          <p:nvPr>
            <p:ph type="subTitle" idx="1"/>
          </p:nvPr>
        </p:nvSpPr>
        <p:spPr>
          <a:xfrm>
            <a:off x="4335831" y="2271561"/>
            <a:ext cx="3077028" cy="1175657"/>
          </a:xfrm>
        </p:spPr>
        <p:txBody>
          <a:bodyPr/>
          <a:lstStyle/>
          <a:p>
            <a:r>
              <a:rPr lang="en-US" sz="4400" dirty="0"/>
              <a:t>YOU</a:t>
            </a:r>
            <a:endParaRPr lang="en-US" dirty="0"/>
          </a:p>
        </p:txBody>
      </p:sp>
      <p:cxnSp>
        <p:nvCxnSpPr>
          <p:cNvPr id="13" name="رابط مستقيم 12">
            <a:extLst>
              <a:ext uri="{FF2B5EF4-FFF2-40B4-BE49-F238E27FC236}">
                <a16:creationId xmlns:a16="http://schemas.microsoft.com/office/drawing/2014/main" id="{D179A93B-6E16-6F06-4FBD-0419DE243F42}"/>
              </a:ext>
            </a:extLst>
          </p:cNvPr>
          <p:cNvCxnSpPr/>
          <p:nvPr/>
        </p:nvCxnSpPr>
        <p:spPr>
          <a:xfrm>
            <a:off x="2022697" y="2384359"/>
            <a:ext cx="9390742" cy="0"/>
          </a:xfrm>
          <a:prstGeom prst="line">
            <a:avLst/>
          </a:prstGeom>
        </p:spPr>
        <p:style>
          <a:lnRef idx="1">
            <a:schemeClr val="dk1"/>
          </a:lnRef>
          <a:fillRef idx="0">
            <a:schemeClr val="dk1"/>
          </a:fillRef>
          <a:effectRef idx="0">
            <a:schemeClr val="dk1"/>
          </a:effectRef>
          <a:fontRef idx="minor">
            <a:schemeClr val="tx1"/>
          </a:fontRef>
        </p:style>
      </p:cxnSp>
      <p:sp>
        <p:nvSpPr>
          <p:cNvPr id="5" name="مربع نص 4">
            <a:extLst>
              <a:ext uri="{FF2B5EF4-FFF2-40B4-BE49-F238E27FC236}">
                <a16:creationId xmlns:a16="http://schemas.microsoft.com/office/drawing/2014/main" id="{BFAA8B14-B882-98A0-2143-41B6BBD8EE97}"/>
              </a:ext>
            </a:extLst>
          </p:cNvPr>
          <p:cNvSpPr txBox="1"/>
          <p:nvPr/>
        </p:nvSpPr>
        <p:spPr>
          <a:xfrm>
            <a:off x="1494376" y="4374024"/>
            <a:ext cx="6463262" cy="307777"/>
          </a:xfrm>
          <a:prstGeom prst="rect">
            <a:avLst/>
          </a:prstGeom>
          <a:noFill/>
        </p:spPr>
        <p:txBody>
          <a:bodyPr wrap="square">
            <a:spAutoFit/>
          </a:bodyPr>
          <a:lstStyle/>
          <a:p>
            <a:r>
              <a:rPr lang="en-GB" b="1" dirty="0"/>
              <a:t>Datasets :</a:t>
            </a:r>
            <a:r>
              <a:rPr lang="ar-SA" b="1" dirty="0"/>
              <a:t> </a:t>
            </a:r>
            <a:r>
              <a:rPr lang="ar-SA" dirty="0"/>
              <a:t>https://www.kaggle.com/datasets/ayahkhaldi/sql-injection-dataset</a:t>
            </a:r>
          </a:p>
        </p:txBody>
      </p:sp>
      <p:sp>
        <p:nvSpPr>
          <p:cNvPr id="9" name="مربع نص 8">
            <a:extLst>
              <a:ext uri="{FF2B5EF4-FFF2-40B4-BE49-F238E27FC236}">
                <a16:creationId xmlns:a16="http://schemas.microsoft.com/office/drawing/2014/main" id="{D5C04074-C49C-B615-C9E2-9580748E7EDC}"/>
              </a:ext>
            </a:extLst>
          </p:cNvPr>
          <p:cNvSpPr txBox="1"/>
          <p:nvPr/>
        </p:nvSpPr>
        <p:spPr>
          <a:xfrm>
            <a:off x="2427610" y="4679842"/>
            <a:ext cx="5641520" cy="307777"/>
          </a:xfrm>
          <a:prstGeom prst="rect">
            <a:avLst/>
          </a:prstGeom>
          <a:noFill/>
        </p:spPr>
        <p:txBody>
          <a:bodyPr wrap="square">
            <a:spAutoFit/>
          </a:bodyPr>
          <a:lstStyle/>
          <a:p>
            <a:r>
              <a:rPr lang="en-GB" b="1" dirty="0"/>
              <a:t>Google Colab :</a:t>
            </a:r>
            <a:r>
              <a:rPr lang="ar-SA" b="1" dirty="0"/>
              <a:t> </a:t>
            </a:r>
            <a:r>
              <a:rPr lang="ar-SA" dirty="0"/>
              <a:t>https://colab.research.google.com</a:t>
            </a:r>
          </a:p>
        </p:txBody>
      </p:sp>
    </p:spTree>
    <p:extLst>
      <p:ext uri="{BB962C8B-B14F-4D97-AF65-F5344CB8AC3E}">
        <p14:creationId xmlns:p14="http://schemas.microsoft.com/office/powerpoint/2010/main" val="2192063630"/>
      </p:ext>
    </p:extLst>
  </p:cSld>
  <p:clrMapOvr>
    <a:masterClrMapping/>
  </p:clrMapOvr>
</p:sld>
</file>

<file path=ppt/theme/theme1.xml><?xml version="1.0" encoding="utf-8"?>
<a:theme xmlns:a="http://schemas.openxmlformats.org/drawingml/2006/main" name="History of the Golden Law by Slidesgo">
  <a:themeElements>
    <a:clrScheme name="Simple Light">
      <a:dk1>
        <a:srgbClr val="000000"/>
      </a:dk1>
      <a:lt1>
        <a:srgbClr val="FFFFFF"/>
      </a:lt1>
      <a:dk2>
        <a:srgbClr val="5A5856"/>
      </a:dk2>
      <a:lt2>
        <a:srgbClr val="9E9E9E"/>
      </a:lt2>
      <a:accent1>
        <a:srgbClr val="DBDBDB"/>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istory of the Golden Law by Slidesgo">
  <a:themeElements>
    <a:clrScheme name="Simple Light">
      <a:dk1>
        <a:srgbClr val="000000"/>
      </a:dk1>
      <a:lt1>
        <a:srgbClr val="FFFFFF"/>
      </a:lt1>
      <a:dk2>
        <a:srgbClr val="5A5856"/>
      </a:dk2>
      <a:lt2>
        <a:srgbClr val="9E9E9E"/>
      </a:lt2>
      <a:accent1>
        <a:srgbClr val="DBDBDB"/>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2002</TotalTime>
  <Words>1995</Words>
  <Application>Microsoft Office PowerPoint</Application>
  <PresentationFormat>عرض على الشاشة (16:9)</PresentationFormat>
  <Paragraphs>300</Paragraphs>
  <Slides>34</Slides>
  <Notes>23</Notes>
  <HiddenSlides>0</HiddenSlides>
  <MMClips>0</MMClips>
  <ScaleCrop>false</ScaleCrop>
  <HeadingPairs>
    <vt:vector size="6" baseType="variant">
      <vt:variant>
        <vt:lpstr>الخطوط المستخدمة</vt:lpstr>
      </vt:variant>
      <vt:variant>
        <vt:i4>11</vt:i4>
      </vt:variant>
      <vt:variant>
        <vt:lpstr>نسق</vt:lpstr>
      </vt:variant>
      <vt:variant>
        <vt:i4>2</vt:i4>
      </vt:variant>
      <vt:variant>
        <vt:lpstr>عناوين الشرائح</vt:lpstr>
      </vt:variant>
      <vt:variant>
        <vt:i4>34</vt:i4>
      </vt:variant>
    </vt:vector>
  </HeadingPairs>
  <TitlesOfParts>
    <vt:vector size="47" baseType="lpstr">
      <vt:lpstr>Traditional Arabic</vt:lpstr>
      <vt:lpstr>Telegraf Medium</vt:lpstr>
      <vt:lpstr>Microsoft Uighur</vt:lpstr>
      <vt:lpstr>Arial</vt:lpstr>
      <vt:lpstr>Cambria Math</vt:lpstr>
      <vt:lpstr>Open Sans</vt:lpstr>
      <vt:lpstr>Raleway Bold</vt:lpstr>
      <vt:lpstr>Calibri</vt:lpstr>
      <vt:lpstr>Canva Sans Bold</vt:lpstr>
      <vt:lpstr>Bitter</vt:lpstr>
      <vt:lpstr>Nunito Light</vt:lpstr>
      <vt:lpstr>History of the Golden Law by Slidesgo</vt:lpstr>
      <vt:lpstr>1_History of the Golden Law by Slidesgo</vt:lpstr>
      <vt:lpstr>عرض تقديمي في PowerPoint</vt:lpstr>
      <vt:lpstr>INTRODUCTION</vt:lpstr>
      <vt:lpstr>Goals:</vt:lpstr>
      <vt:lpstr>Tools</vt:lpstr>
      <vt:lpstr>Deep Learning ALGORITHMS:</vt:lpstr>
      <vt:lpstr>Deep Learning (CNN Algorithm)</vt:lpstr>
      <vt:lpstr>Deep Learning (CNN Algorithm)</vt:lpstr>
      <vt:lpstr>Deep Learning (BiLSTM Algorithm)</vt:lpstr>
      <vt:lpstr>Deep Learning (BiLSTM Algorithm)</vt:lpstr>
      <vt:lpstr>CNN-BiLSTM Algorithm:</vt:lpstr>
      <vt:lpstr>CNN-BiLSTM Algorithm:  Optimal SQLIA Detection</vt:lpstr>
      <vt:lpstr>Dataset</vt:lpstr>
      <vt:lpstr>Dataset</vt:lpstr>
      <vt:lpstr>Preprocessing </vt:lpstr>
      <vt:lpstr>1. CNN Model</vt:lpstr>
      <vt:lpstr>عرض تقديمي في PowerPoint</vt:lpstr>
      <vt:lpstr>عرض تقديمي في PowerPoint</vt:lpstr>
      <vt:lpstr>عرض تقديمي في PowerPoint</vt:lpstr>
      <vt:lpstr>عرض تقديمي في PowerPoint</vt:lpstr>
      <vt:lpstr>Model Architecture Summary</vt:lpstr>
      <vt:lpstr> 2. CNN-BiLSTM Model    </vt:lpstr>
      <vt:lpstr>عرض تقديمي في PowerPoint</vt:lpstr>
      <vt:lpstr>عرض تقديمي في PowerPoint</vt:lpstr>
      <vt:lpstr>عرض تقديمي في PowerPoint</vt:lpstr>
      <vt:lpstr>عرض تقديمي في PowerPoint</vt:lpstr>
      <vt:lpstr>عرض تقديمي في PowerPoint</vt:lpstr>
      <vt:lpstr>Model Architecture Summary</vt:lpstr>
      <vt:lpstr>عرض تقديمي في PowerPoint</vt:lpstr>
      <vt:lpstr>STATICAL ANALYSIS and EVALUATION:  </vt:lpstr>
      <vt:lpstr>Comparing  Aalgorithms  </vt:lpstr>
      <vt:lpstr>Comparison Between Our Results &amp; Previous Study </vt:lpstr>
      <vt:lpstr>عرض تقديمي في PowerPoint</vt:lpstr>
      <vt:lpstr>عرض تقديمي في PowerPoint</vt:lpstr>
      <vt:lpstr>THANK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jana aziz</dc:creator>
  <cp:lastModifiedBy>Ryoo .</cp:lastModifiedBy>
  <cp:revision>89</cp:revision>
  <dcterms:modified xsi:type="dcterms:W3CDTF">2025-04-29T20:32:32Z</dcterms:modified>
</cp:coreProperties>
</file>